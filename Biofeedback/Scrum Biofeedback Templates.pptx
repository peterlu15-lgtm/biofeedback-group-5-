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9" r:id="rId1"/>
  </p:sldMasterIdLst>
  <p:sldIdLst>
    <p:sldId id="257" r:id="rId2"/>
    <p:sldId id="261" r:id="rId3"/>
    <p:sldId id="262" r:id="rId4"/>
    <p:sldId id="264" r:id="rId5"/>
  </p:sldIdLst>
  <p:sldSz cx="23774400" cy="12801600"/>
  <p:notesSz cx="6858000" cy="9144000"/>
  <p:defaultTextStyle>
    <a:defPPr>
      <a:defRPr lang="en-US"/>
    </a:defPPr>
    <a:lvl1pPr marL="0" algn="l" defTabSz="877726" rtl="0" eaLnBrk="1" latinLnBrk="0" hangingPunct="1">
      <a:defRPr sz="3456" kern="1200">
        <a:solidFill>
          <a:schemeClr val="tx1"/>
        </a:solidFill>
        <a:latin typeface="+mn-lt"/>
        <a:ea typeface="+mn-ea"/>
        <a:cs typeface="+mn-cs"/>
      </a:defRPr>
    </a:lvl1pPr>
    <a:lvl2pPr marL="877726" algn="l" defTabSz="877726" rtl="0" eaLnBrk="1" latinLnBrk="0" hangingPunct="1">
      <a:defRPr sz="3456" kern="1200">
        <a:solidFill>
          <a:schemeClr val="tx1"/>
        </a:solidFill>
        <a:latin typeface="+mn-lt"/>
        <a:ea typeface="+mn-ea"/>
        <a:cs typeface="+mn-cs"/>
      </a:defRPr>
    </a:lvl2pPr>
    <a:lvl3pPr marL="1755450" algn="l" defTabSz="877726" rtl="0" eaLnBrk="1" latinLnBrk="0" hangingPunct="1">
      <a:defRPr sz="3456" kern="1200">
        <a:solidFill>
          <a:schemeClr val="tx1"/>
        </a:solidFill>
        <a:latin typeface="+mn-lt"/>
        <a:ea typeface="+mn-ea"/>
        <a:cs typeface="+mn-cs"/>
      </a:defRPr>
    </a:lvl3pPr>
    <a:lvl4pPr marL="2633178" algn="l" defTabSz="877726" rtl="0" eaLnBrk="1" latinLnBrk="0" hangingPunct="1">
      <a:defRPr sz="3456" kern="1200">
        <a:solidFill>
          <a:schemeClr val="tx1"/>
        </a:solidFill>
        <a:latin typeface="+mn-lt"/>
        <a:ea typeface="+mn-ea"/>
        <a:cs typeface="+mn-cs"/>
      </a:defRPr>
    </a:lvl4pPr>
    <a:lvl5pPr marL="3510902" algn="l" defTabSz="877726" rtl="0" eaLnBrk="1" latinLnBrk="0" hangingPunct="1">
      <a:defRPr sz="3456" kern="1200">
        <a:solidFill>
          <a:schemeClr val="tx1"/>
        </a:solidFill>
        <a:latin typeface="+mn-lt"/>
        <a:ea typeface="+mn-ea"/>
        <a:cs typeface="+mn-cs"/>
      </a:defRPr>
    </a:lvl5pPr>
    <a:lvl6pPr marL="4388628" algn="l" defTabSz="877726" rtl="0" eaLnBrk="1" latinLnBrk="0" hangingPunct="1">
      <a:defRPr sz="3456" kern="1200">
        <a:solidFill>
          <a:schemeClr val="tx1"/>
        </a:solidFill>
        <a:latin typeface="+mn-lt"/>
        <a:ea typeface="+mn-ea"/>
        <a:cs typeface="+mn-cs"/>
      </a:defRPr>
    </a:lvl6pPr>
    <a:lvl7pPr marL="5266355" algn="l" defTabSz="877726" rtl="0" eaLnBrk="1" latinLnBrk="0" hangingPunct="1">
      <a:defRPr sz="3456" kern="1200">
        <a:solidFill>
          <a:schemeClr val="tx1"/>
        </a:solidFill>
        <a:latin typeface="+mn-lt"/>
        <a:ea typeface="+mn-ea"/>
        <a:cs typeface="+mn-cs"/>
      </a:defRPr>
    </a:lvl7pPr>
    <a:lvl8pPr marL="6144079" algn="l" defTabSz="877726" rtl="0" eaLnBrk="1" latinLnBrk="0" hangingPunct="1">
      <a:defRPr sz="3456" kern="1200">
        <a:solidFill>
          <a:schemeClr val="tx1"/>
        </a:solidFill>
        <a:latin typeface="+mn-lt"/>
        <a:ea typeface="+mn-ea"/>
        <a:cs typeface="+mn-cs"/>
      </a:defRPr>
    </a:lvl8pPr>
    <a:lvl9pPr marL="7021807" algn="l" defTabSz="877726" rtl="0" eaLnBrk="1" latinLnBrk="0" hangingPunct="1">
      <a:defRPr sz="3456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032" userDrawn="1">
          <p15:clr>
            <a:srgbClr val="A4A3A4"/>
          </p15:clr>
        </p15:guide>
        <p15:guide id="2" pos="748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>
        <p:scale>
          <a:sx n="40" d="100"/>
          <a:sy n="40" d="100"/>
        </p:scale>
        <p:origin x="422" y="1070"/>
      </p:cViewPr>
      <p:guideLst>
        <p:guide orient="horz" pos="4032"/>
        <p:guide pos="7488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971800" y="2095078"/>
            <a:ext cx="17830800" cy="4456853"/>
          </a:xfrm>
        </p:spPr>
        <p:txBody>
          <a:bodyPr anchor="b"/>
          <a:lstStyle>
            <a:lvl1pPr algn="ctr">
              <a:defRPr sz="11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971800" y="6723804"/>
            <a:ext cx="17830800" cy="3090756"/>
          </a:xfrm>
        </p:spPr>
        <p:txBody>
          <a:bodyPr/>
          <a:lstStyle>
            <a:lvl1pPr marL="0" indent="0" algn="ctr">
              <a:buNone/>
              <a:defRPr sz="4480"/>
            </a:lvl1pPr>
            <a:lvl2pPr marL="853455" indent="0" algn="ctr">
              <a:buNone/>
              <a:defRPr sz="3733"/>
            </a:lvl2pPr>
            <a:lvl3pPr marL="1706910" indent="0" algn="ctr">
              <a:buNone/>
              <a:defRPr sz="3360"/>
            </a:lvl3pPr>
            <a:lvl4pPr marL="2560366" indent="0" algn="ctr">
              <a:buNone/>
              <a:defRPr sz="2987"/>
            </a:lvl4pPr>
            <a:lvl5pPr marL="3413821" indent="0" algn="ctr">
              <a:buNone/>
              <a:defRPr sz="2987"/>
            </a:lvl5pPr>
            <a:lvl6pPr marL="4267276" indent="0" algn="ctr">
              <a:buNone/>
              <a:defRPr sz="2987"/>
            </a:lvl6pPr>
            <a:lvl7pPr marL="5120731" indent="0" algn="ctr">
              <a:buNone/>
              <a:defRPr sz="2987"/>
            </a:lvl7pPr>
            <a:lvl8pPr marL="5974187" indent="0" algn="ctr">
              <a:buNone/>
              <a:defRPr sz="2987"/>
            </a:lvl8pPr>
            <a:lvl9pPr marL="6827642" indent="0" algn="ctr">
              <a:buNone/>
              <a:defRPr sz="2987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B48E73-D9AE-4B3A-8CAB-9CDF9B3EF3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36883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90658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22108" y="3191512"/>
            <a:ext cx="20505420" cy="5325109"/>
          </a:xfrm>
        </p:spPr>
        <p:txBody>
          <a:bodyPr anchor="b"/>
          <a:lstStyle>
            <a:lvl1pPr>
              <a:defRPr sz="11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22108" y="8566999"/>
            <a:ext cx="20505420" cy="2800349"/>
          </a:xfrm>
        </p:spPr>
        <p:txBody>
          <a:bodyPr/>
          <a:lstStyle>
            <a:lvl1pPr marL="0" indent="0">
              <a:buNone/>
              <a:defRPr sz="4480">
                <a:solidFill>
                  <a:schemeClr val="tx1">
                    <a:tint val="75000"/>
                  </a:schemeClr>
                </a:solidFill>
              </a:defRPr>
            </a:lvl1pPr>
            <a:lvl2pPr marL="853455" indent="0">
              <a:buNone/>
              <a:defRPr sz="3733">
                <a:solidFill>
                  <a:schemeClr val="tx1">
                    <a:tint val="75000"/>
                  </a:schemeClr>
                </a:solidFill>
              </a:defRPr>
            </a:lvl2pPr>
            <a:lvl3pPr marL="1706910" indent="0">
              <a:buNone/>
              <a:defRPr sz="3360">
                <a:solidFill>
                  <a:schemeClr val="tx1">
                    <a:tint val="75000"/>
                  </a:schemeClr>
                </a:solidFill>
              </a:defRPr>
            </a:lvl3pPr>
            <a:lvl4pPr marL="2560366" indent="0">
              <a:buNone/>
              <a:defRPr sz="2987">
                <a:solidFill>
                  <a:schemeClr val="tx1">
                    <a:tint val="75000"/>
                  </a:schemeClr>
                </a:solidFill>
              </a:defRPr>
            </a:lvl4pPr>
            <a:lvl5pPr marL="3413821" indent="0">
              <a:buNone/>
              <a:defRPr sz="2987">
                <a:solidFill>
                  <a:schemeClr val="tx1">
                    <a:tint val="75000"/>
                  </a:schemeClr>
                </a:solidFill>
              </a:defRPr>
            </a:lvl5pPr>
            <a:lvl6pPr marL="4267276" indent="0">
              <a:buNone/>
              <a:defRPr sz="2987">
                <a:solidFill>
                  <a:schemeClr val="tx1">
                    <a:tint val="75000"/>
                  </a:schemeClr>
                </a:solidFill>
              </a:defRPr>
            </a:lvl6pPr>
            <a:lvl7pPr marL="5120731" indent="0">
              <a:buNone/>
              <a:defRPr sz="2987">
                <a:solidFill>
                  <a:schemeClr val="tx1">
                    <a:tint val="75000"/>
                  </a:schemeClr>
                </a:solidFill>
              </a:defRPr>
            </a:lvl7pPr>
            <a:lvl8pPr marL="5974187" indent="0">
              <a:buNone/>
              <a:defRPr sz="2987">
                <a:solidFill>
                  <a:schemeClr val="tx1">
                    <a:tint val="75000"/>
                  </a:schemeClr>
                </a:solidFill>
              </a:defRPr>
            </a:lvl8pPr>
            <a:lvl9pPr marL="6827642" indent="0">
              <a:buNone/>
              <a:defRPr sz="298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45665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634490" y="3407833"/>
            <a:ext cx="10104120" cy="812249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035790" y="3407833"/>
            <a:ext cx="10104120" cy="812249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16497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37587" y="681568"/>
            <a:ext cx="20505420" cy="2474384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37587" y="3138171"/>
            <a:ext cx="10057685" cy="1537969"/>
          </a:xfrm>
        </p:spPr>
        <p:txBody>
          <a:bodyPr anchor="b"/>
          <a:lstStyle>
            <a:lvl1pPr marL="0" indent="0">
              <a:buNone/>
              <a:defRPr sz="4480" b="1"/>
            </a:lvl1pPr>
            <a:lvl2pPr marL="853455" indent="0">
              <a:buNone/>
              <a:defRPr sz="3733" b="1"/>
            </a:lvl2pPr>
            <a:lvl3pPr marL="1706910" indent="0">
              <a:buNone/>
              <a:defRPr sz="3360" b="1"/>
            </a:lvl3pPr>
            <a:lvl4pPr marL="2560366" indent="0">
              <a:buNone/>
              <a:defRPr sz="2987" b="1"/>
            </a:lvl4pPr>
            <a:lvl5pPr marL="3413821" indent="0">
              <a:buNone/>
              <a:defRPr sz="2987" b="1"/>
            </a:lvl5pPr>
            <a:lvl6pPr marL="4267276" indent="0">
              <a:buNone/>
              <a:defRPr sz="2987" b="1"/>
            </a:lvl6pPr>
            <a:lvl7pPr marL="5120731" indent="0">
              <a:buNone/>
              <a:defRPr sz="2987" b="1"/>
            </a:lvl7pPr>
            <a:lvl8pPr marL="5974187" indent="0">
              <a:buNone/>
              <a:defRPr sz="2987" b="1"/>
            </a:lvl8pPr>
            <a:lvl9pPr marL="6827642" indent="0">
              <a:buNone/>
              <a:defRPr sz="2987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637587" y="4676140"/>
            <a:ext cx="10057685" cy="687789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2035790" y="3138171"/>
            <a:ext cx="10107217" cy="1537969"/>
          </a:xfrm>
        </p:spPr>
        <p:txBody>
          <a:bodyPr anchor="b"/>
          <a:lstStyle>
            <a:lvl1pPr marL="0" indent="0">
              <a:buNone/>
              <a:defRPr sz="4480" b="1"/>
            </a:lvl1pPr>
            <a:lvl2pPr marL="853455" indent="0">
              <a:buNone/>
              <a:defRPr sz="3733" b="1"/>
            </a:lvl2pPr>
            <a:lvl3pPr marL="1706910" indent="0">
              <a:buNone/>
              <a:defRPr sz="3360" b="1"/>
            </a:lvl3pPr>
            <a:lvl4pPr marL="2560366" indent="0">
              <a:buNone/>
              <a:defRPr sz="2987" b="1"/>
            </a:lvl4pPr>
            <a:lvl5pPr marL="3413821" indent="0">
              <a:buNone/>
              <a:defRPr sz="2987" b="1"/>
            </a:lvl5pPr>
            <a:lvl6pPr marL="4267276" indent="0">
              <a:buNone/>
              <a:defRPr sz="2987" b="1"/>
            </a:lvl6pPr>
            <a:lvl7pPr marL="5120731" indent="0">
              <a:buNone/>
              <a:defRPr sz="2987" b="1"/>
            </a:lvl7pPr>
            <a:lvl8pPr marL="5974187" indent="0">
              <a:buNone/>
              <a:defRPr sz="2987" b="1"/>
            </a:lvl8pPr>
            <a:lvl9pPr marL="6827642" indent="0">
              <a:buNone/>
              <a:defRPr sz="2987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2035790" y="4676140"/>
            <a:ext cx="10107217" cy="687789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86504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4034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73092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37588" y="853440"/>
            <a:ext cx="7667862" cy="2987040"/>
          </a:xfrm>
        </p:spPr>
        <p:txBody>
          <a:bodyPr anchor="b"/>
          <a:lstStyle>
            <a:lvl1pPr>
              <a:defRPr sz="5973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107217" y="1843194"/>
            <a:ext cx="12035790" cy="9097433"/>
          </a:xfrm>
        </p:spPr>
        <p:txBody>
          <a:bodyPr/>
          <a:lstStyle>
            <a:lvl1pPr>
              <a:defRPr sz="5973"/>
            </a:lvl1pPr>
            <a:lvl2pPr>
              <a:defRPr sz="5227"/>
            </a:lvl2pPr>
            <a:lvl3pPr>
              <a:defRPr sz="4480"/>
            </a:lvl3pPr>
            <a:lvl4pPr>
              <a:defRPr sz="3733"/>
            </a:lvl4pPr>
            <a:lvl5pPr>
              <a:defRPr sz="3733"/>
            </a:lvl5pPr>
            <a:lvl6pPr>
              <a:defRPr sz="3733"/>
            </a:lvl6pPr>
            <a:lvl7pPr>
              <a:defRPr sz="3733"/>
            </a:lvl7pPr>
            <a:lvl8pPr>
              <a:defRPr sz="3733"/>
            </a:lvl8pPr>
            <a:lvl9pPr>
              <a:defRPr sz="3733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37588" y="3840480"/>
            <a:ext cx="7667862" cy="7114964"/>
          </a:xfrm>
        </p:spPr>
        <p:txBody>
          <a:bodyPr/>
          <a:lstStyle>
            <a:lvl1pPr marL="0" indent="0">
              <a:buNone/>
              <a:defRPr sz="2987"/>
            </a:lvl1pPr>
            <a:lvl2pPr marL="853455" indent="0">
              <a:buNone/>
              <a:defRPr sz="2613"/>
            </a:lvl2pPr>
            <a:lvl3pPr marL="1706910" indent="0">
              <a:buNone/>
              <a:defRPr sz="2240"/>
            </a:lvl3pPr>
            <a:lvl4pPr marL="2560366" indent="0">
              <a:buNone/>
              <a:defRPr sz="1867"/>
            </a:lvl4pPr>
            <a:lvl5pPr marL="3413821" indent="0">
              <a:buNone/>
              <a:defRPr sz="1867"/>
            </a:lvl5pPr>
            <a:lvl6pPr marL="4267276" indent="0">
              <a:buNone/>
              <a:defRPr sz="1867"/>
            </a:lvl6pPr>
            <a:lvl7pPr marL="5120731" indent="0">
              <a:buNone/>
              <a:defRPr sz="1867"/>
            </a:lvl7pPr>
            <a:lvl8pPr marL="5974187" indent="0">
              <a:buNone/>
              <a:defRPr sz="1867"/>
            </a:lvl8pPr>
            <a:lvl9pPr marL="6827642" indent="0">
              <a:buNone/>
              <a:defRPr sz="1867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7574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37588" y="853440"/>
            <a:ext cx="7667862" cy="2987040"/>
          </a:xfrm>
        </p:spPr>
        <p:txBody>
          <a:bodyPr anchor="b"/>
          <a:lstStyle>
            <a:lvl1pPr>
              <a:defRPr sz="5973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107217" y="1843194"/>
            <a:ext cx="12035790" cy="9097433"/>
          </a:xfrm>
        </p:spPr>
        <p:txBody>
          <a:bodyPr anchor="t"/>
          <a:lstStyle>
            <a:lvl1pPr marL="0" indent="0">
              <a:buNone/>
              <a:defRPr sz="5973"/>
            </a:lvl1pPr>
            <a:lvl2pPr marL="853455" indent="0">
              <a:buNone/>
              <a:defRPr sz="5227"/>
            </a:lvl2pPr>
            <a:lvl3pPr marL="1706910" indent="0">
              <a:buNone/>
              <a:defRPr sz="4480"/>
            </a:lvl3pPr>
            <a:lvl4pPr marL="2560366" indent="0">
              <a:buNone/>
              <a:defRPr sz="3733"/>
            </a:lvl4pPr>
            <a:lvl5pPr marL="3413821" indent="0">
              <a:buNone/>
              <a:defRPr sz="3733"/>
            </a:lvl5pPr>
            <a:lvl6pPr marL="4267276" indent="0">
              <a:buNone/>
              <a:defRPr sz="3733"/>
            </a:lvl6pPr>
            <a:lvl7pPr marL="5120731" indent="0">
              <a:buNone/>
              <a:defRPr sz="3733"/>
            </a:lvl7pPr>
            <a:lvl8pPr marL="5974187" indent="0">
              <a:buNone/>
              <a:defRPr sz="3733"/>
            </a:lvl8pPr>
            <a:lvl9pPr marL="6827642" indent="0">
              <a:buNone/>
              <a:defRPr sz="3733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37588" y="3840480"/>
            <a:ext cx="7667862" cy="7114964"/>
          </a:xfrm>
        </p:spPr>
        <p:txBody>
          <a:bodyPr/>
          <a:lstStyle>
            <a:lvl1pPr marL="0" indent="0">
              <a:buNone/>
              <a:defRPr sz="2987"/>
            </a:lvl1pPr>
            <a:lvl2pPr marL="853455" indent="0">
              <a:buNone/>
              <a:defRPr sz="2613"/>
            </a:lvl2pPr>
            <a:lvl3pPr marL="1706910" indent="0">
              <a:buNone/>
              <a:defRPr sz="2240"/>
            </a:lvl3pPr>
            <a:lvl4pPr marL="2560366" indent="0">
              <a:buNone/>
              <a:defRPr sz="1867"/>
            </a:lvl4pPr>
            <a:lvl5pPr marL="3413821" indent="0">
              <a:buNone/>
              <a:defRPr sz="1867"/>
            </a:lvl5pPr>
            <a:lvl6pPr marL="4267276" indent="0">
              <a:buNone/>
              <a:defRPr sz="1867"/>
            </a:lvl6pPr>
            <a:lvl7pPr marL="5120731" indent="0">
              <a:buNone/>
              <a:defRPr sz="1867"/>
            </a:lvl7pPr>
            <a:lvl8pPr marL="5974187" indent="0">
              <a:buNone/>
              <a:defRPr sz="1867"/>
            </a:lvl8pPr>
            <a:lvl9pPr marL="6827642" indent="0">
              <a:buNone/>
              <a:defRPr sz="1867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39027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43546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7013555" y="681567"/>
            <a:ext cx="5126355" cy="10848764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634490" y="681567"/>
            <a:ext cx="15081885" cy="10848764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09764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634490" y="681568"/>
            <a:ext cx="20505420" cy="247438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34490" y="3407833"/>
            <a:ext cx="20505420" cy="812249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634490" y="11865187"/>
            <a:ext cx="5349240" cy="6815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24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7875270" y="11865187"/>
            <a:ext cx="8023860" cy="6815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24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6790670" y="11865187"/>
            <a:ext cx="5349240" cy="6815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24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84638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0" r:id="rId1"/>
    <p:sldLayoutId id="2147483681" r:id="rId2"/>
    <p:sldLayoutId id="2147483682" r:id="rId3"/>
    <p:sldLayoutId id="2147483683" r:id="rId4"/>
    <p:sldLayoutId id="2147483684" r:id="rId5"/>
    <p:sldLayoutId id="2147483685" r:id="rId6"/>
    <p:sldLayoutId id="2147483686" r:id="rId7"/>
    <p:sldLayoutId id="2147483687" r:id="rId8"/>
    <p:sldLayoutId id="2147483688" r:id="rId9"/>
    <p:sldLayoutId id="2147483689" r:id="rId10"/>
    <p:sldLayoutId id="2147483690" r:id="rId11"/>
  </p:sldLayoutIdLst>
  <p:txStyles>
    <p:titleStyle>
      <a:lvl1pPr algn="l" defTabSz="1706910" rtl="0" eaLnBrk="1" latinLnBrk="0" hangingPunct="1">
        <a:lnSpc>
          <a:spcPct val="90000"/>
        </a:lnSpc>
        <a:spcBef>
          <a:spcPct val="0"/>
        </a:spcBef>
        <a:buNone/>
        <a:defRPr sz="8213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26728" indent="-426728" algn="l" defTabSz="1706910" rtl="0" eaLnBrk="1" latinLnBrk="0" hangingPunct="1">
        <a:lnSpc>
          <a:spcPct val="90000"/>
        </a:lnSpc>
        <a:spcBef>
          <a:spcPts val="1867"/>
        </a:spcBef>
        <a:buFont typeface="Arial" panose="020B0604020202020204" pitchFamily="34" charset="0"/>
        <a:buChar char="•"/>
        <a:defRPr sz="5227" kern="1200">
          <a:solidFill>
            <a:schemeClr val="tx1"/>
          </a:solidFill>
          <a:latin typeface="+mn-lt"/>
          <a:ea typeface="+mn-ea"/>
          <a:cs typeface="+mn-cs"/>
        </a:defRPr>
      </a:lvl1pPr>
      <a:lvl2pPr marL="1280183" indent="-426728" algn="l" defTabSz="1706910" rtl="0" eaLnBrk="1" latinLnBrk="0" hangingPunct="1">
        <a:lnSpc>
          <a:spcPct val="90000"/>
        </a:lnSpc>
        <a:spcBef>
          <a:spcPts val="933"/>
        </a:spcBef>
        <a:buFont typeface="Arial" panose="020B0604020202020204" pitchFamily="34" charset="0"/>
        <a:buChar char="•"/>
        <a:defRPr sz="4480" kern="1200">
          <a:solidFill>
            <a:schemeClr val="tx1"/>
          </a:solidFill>
          <a:latin typeface="+mn-lt"/>
          <a:ea typeface="+mn-ea"/>
          <a:cs typeface="+mn-cs"/>
        </a:defRPr>
      </a:lvl2pPr>
      <a:lvl3pPr marL="2133638" indent="-426728" algn="l" defTabSz="1706910" rtl="0" eaLnBrk="1" latinLnBrk="0" hangingPunct="1">
        <a:lnSpc>
          <a:spcPct val="90000"/>
        </a:lnSpc>
        <a:spcBef>
          <a:spcPts val="933"/>
        </a:spcBef>
        <a:buFont typeface="Arial" panose="020B0604020202020204" pitchFamily="34" charset="0"/>
        <a:buChar char="•"/>
        <a:defRPr sz="3733" kern="1200">
          <a:solidFill>
            <a:schemeClr val="tx1"/>
          </a:solidFill>
          <a:latin typeface="+mn-lt"/>
          <a:ea typeface="+mn-ea"/>
          <a:cs typeface="+mn-cs"/>
        </a:defRPr>
      </a:lvl3pPr>
      <a:lvl4pPr marL="2987093" indent="-426728" algn="l" defTabSz="1706910" rtl="0" eaLnBrk="1" latinLnBrk="0" hangingPunct="1">
        <a:lnSpc>
          <a:spcPct val="90000"/>
        </a:lnSpc>
        <a:spcBef>
          <a:spcPts val="933"/>
        </a:spcBef>
        <a:buFont typeface="Arial" panose="020B0604020202020204" pitchFamily="34" charset="0"/>
        <a:buChar char="•"/>
        <a:defRPr sz="3360" kern="1200">
          <a:solidFill>
            <a:schemeClr val="tx1"/>
          </a:solidFill>
          <a:latin typeface="+mn-lt"/>
          <a:ea typeface="+mn-ea"/>
          <a:cs typeface="+mn-cs"/>
        </a:defRPr>
      </a:lvl4pPr>
      <a:lvl5pPr marL="3840549" indent="-426728" algn="l" defTabSz="1706910" rtl="0" eaLnBrk="1" latinLnBrk="0" hangingPunct="1">
        <a:lnSpc>
          <a:spcPct val="90000"/>
        </a:lnSpc>
        <a:spcBef>
          <a:spcPts val="933"/>
        </a:spcBef>
        <a:buFont typeface="Arial" panose="020B0604020202020204" pitchFamily="34" charset="0"/>
        <a:buChar char="•"/>
        <a:defRPr sz="3360" kern="1200">
          <a:solidFill>
            <a:schemeClr val="tx1"/>
          </a:solidFill>
          <a:latin typeface="+mn-lt"/>
          <a:ea typeface="+mn-ea"/>
          <a:cs typeface="+mn-cs"/>
        </a:defRPr>
      </a:lvl5pPr>
      <a:lvl6pPr marL="4694004" indent="-426728" algn="l" defTabSz="1706910" rtl="0" eaLnBrk="1" latinLnBrk="0" hangingPunct="1">
        <a:lnSpc>
          <a:spcPct val="90000"/>
        </a:lnSpc>
        <a:spcBef>
          <a:spcPts val="933"/>
        </a:spcBef>
        <a:buFont typeface="Arial" panose="020B0604020202020204" pitchFamily="34" charset="0"/>
        <a:buChar char="•"/>
        <a:defRPr sz="3360" kern="1200">
          <a:solidFill>
            <a:schemeClr val="tx1"/>
          </a:solidFill>
          <a:latin typeface="+mn-lt"/>
          <a:ea typeface="+mn-ea"/>
          <a:cs typeface="+mn-cs"/>
        </a:defRPr>
      </a:lvl6pPr>
      <a:lvl7pPr marL="5547459" indent="-426728" algn="l" defTabSz="1706910" rtl="0" eaLnBrk="1" latinLnBrk="0" hangingPunct="1">
        <a:lnSpc>
          <a:spcPct val="90000"/>
        </a:lnSpc>
        <a:spcBef>
          <a:spcPts val="933"/>
        </a:spcBef>
        <a:buFont typeface="Arial" panose="020B0604020202020204" pitchFamily="34" charset="0"/>
        <a:buChar char="•"/>
        <a:defRPr sz="3360" kern="1200">
          <a:solidFill>
            <a:schemeClr val="tx1"/>
          </a:solidFill>
          <a:latin typeface="+mn-lt"/>
          <a:ea typeface="+mn-ea"/>
          <a:cs typeface="+mn-cs"/>
        </a:defRPr>
      </a:lvl7pPr>
      <a:lvl8pPr marL="6400914" indent="-426728" algn="l" defTabSz="1706910" rtl="0" eaLnBrk="1" latinLnBrk="0" hangingPunct="1">
        <a:lnSpc>
          <a:spcPct val="90000"/>
        </a:lnSpc>
        <a:spcBef>
          <a:spcPts val="933"/>
        </a:spcBef>
        <a:buFont typeface="Arial" panose="020B0604020202020204" pitchFamily="34" charset="0"/>
        <a:buChar char="•"/>
        <a:defRPr sz="3360" kern="1200">
          <a:solidFill>
            <a:schemeClr val="tx1"/>
          </a:solidFill>
          <a:latin typeface="+mn-lt"/>
          <a:ea typeface="+mn-ea"/>
          <a:cs typeface="+mn-cs"/>
        </a:defRPr>
      </a:lvl8pPr>
      <a:lvl9pPr marL="7254370" indent="-426728" algn="l" defTabSz="1706910" rtl="0" eaLnBrk="1" latinLnBrk="0" hangingPunct="1">
        <a:lnSpc>
          <a:spcPct val="90000"/>
        </a:lnSpc>
        <a:spcBef>
          <a:spcPts val="933"/>
        </a:spcBef>
        <a:buFont typeface="Arial" panose="020B0604020202020204" pitchFamily="34" charset="0"/>
        <a:buChar char="•"/>
        <a:defRPr sz="336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706910" rtl="0" eaLnBrk="1" latinLnBrk="0" hangingPunct="1">
        <a:defRPr sz="3360" kern="1200">
          <a:solidFill>
            <a:schemeClr val="tx1"/>
          </a:solidFill>
          <a:latin typeface="+mn-lt"/>
          <a:ea typeface="+mn-ea"/>
          <a:cs typeface="+mn-cs"/>
        </a:defRPr>
      </a:lvl1pPr>
      <a:lvl2pPr marL="853455" algn="l" defTabSz="1706910" rtl="0" eaLnBrk="1" latinLnBrk="0" hangingPunct="1">
        <a:defRPr sz="3360" kern="1200">
          <a:solidFill>
            <a:schemeClr val="tx1"/>
          </a:solidFill>
          <a:latin typeface="+mn-lt"/>
          <a:ea typeface="+mn-ea"/>
          <a:cs typeface="+mn-cs"/>
        </a:defRPr>
      </a:lvl2pPr>
      <a:lvl3pPr marL="1706910" algn="l" defTabSz="1706910" rtl="0" eaLnBrk="1" latinLnBrk="0" hangingPunct="1">
        <a:defRPr sz="3360" kern="1200">
          <a:solidFill>
            <a:schemeClr val="tx1"/>
          </a:solidFill>
          <a:latin typeface="+mn-lt"/>
          <a:ea typeface="+mn-ea"/>
          <a:cs typeface="+mn-cs"/>
        </a:defRPr>
      </a:lvl3pPr>
      <a:lvl4pPr marL="2560366" algn="l" defTabSz="1706910" rtl="0" eaLnBrk="1" latinLnBrk="0" hangingPunct="1">
        <a:defRPr sz="3360" kern="1200">
          <a:solidFill>
            <a:schemeClr val="tx1"/>
          </a:solidFill>
          <a:latin typeface="+mn-lt"/>
          <a:ea typeface="+mn-ea"/>
          <a:cs typeface="+mn-cs"/>
        </a:defRPr>
      </a:lvl4pPr>
      <a:lvl5pPr marL="3413821" algn="l" defTabSz="1706910" rtl="0" eaLnBrk="1" latinLnBrk="0" hangingPunct="1">
        <a:defRPr sz="3360" kern="1200">
          <a:solidFill>
            <a:schemeClr val="tx1"/>
          </a:solidFill>
          <a:latin typeface="+mn-lt"/>
          <a:ea typeface="+mn-ea"/>
          <a:cs typeface="+mn-cs"/>
        </a:defRPr>
      </a:lvl5pPr>
      <a:lvl6pPr marL="4267276" algn="l" defTabSz="1706910" rtl="0" eaLnBrk="1" latinLnBrk="0" hangingPunct="1">
        <a:defRPr sz="3360" kern="1200">
          <a:solidFill>
            <a:schemeClr val="tx1"/>
          </a:solidFill>
          <a:latin typeface="+mn-lt"/>
          <a:ea typeface="+mn-ea"/>
          <a:cs typeface="+mn-cs"/>
        </a:defRPr>
      </a:lvl6pPr>
      <a:lvl7pPr marL="5120731" algn="l" defTabSz="1706910" rtl="0" eaLnBrk="1" latinLnBrk="0" hangingPunct="1">
        <a:defRPr sz="3360" kern="1200">
          <a:solidFill>
            <a:schemeClr val="tx1"/>
          </a:solidFill>
          <a:latin typeface="+mn-lt"/>
          <a:ea typeface="+mn-ea"/>
          <a:cs typeface="+mn-cs"/>
        </a:defRPr>
      </a:lvl7pPr>
      <a:lvl8pPr marL="5974187" algn="l" defTabSz="1706910" rtl="0" eaLnBrk="1" latinLnBrk="0" hangingPunct="1">
        <a:defRPr sz="3360" kern="1200">
          <a:solidFill>
            <a:schemeClr val="tx1"/>
          </a:solidFill>
          <a:latin typeface="+mn-lt"/>
          <a:ea typeface="+mn-ea"/>
          <a:cs typeface="+mn-cs"/>
        </a:defRPr>
      </a:lvl8pPr>
      <a:lvl9pPr marL="6827642" algn="l" defTabSz="1706910" rtl="0" eaLnBrk="1" latinLnBrk="0" hangingPunct="1">
        <a:defRPr sz="33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0006653" y="254366"/>
            <a:ext cx="13562217" cy="10116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987" b="1" dirty="0"/>
              <a:t>Sprint Planning </a:t>
            </a:r>
            <a:r>
              <a:rPr sz="2987" b="1" dirty="0" smtClean="0"/>
              <a:t>Board</a:t>
            </a:r>
            <a:endParaRPr lang="en-US" sz="2987" b="1" dirty="0"/>
          </a:p>
          <a:p>
            <a:pPr algn="ctr"/>
            <a:r>
              <a:rPr lang="en-US" sz="2987" dirty="0" smtClean="0"/>
              <a:t>Define </a:t>
            </a:r>
            <a:r>
              <a:rPr lang="en-US" sz="2987" i="1" dirty="0"/>
              <a:t>what</a:t>
            </a:r>
            <a:r>
              <a:rPr lang="en-US" sz="2987" dirty="0"/>
              <a:t> you will build this week, </a:t>
            </a:r>
            <a:r>
              <a:rPr lang="en-US" sz="2987" i="1" dirty="0"/>
              <a:t>how</a:t>
            </a:r>
            <a:r>
              <a:rPr lang="en-US" sz="2987" dirty="0"/>
              <a:t>, and </a:t>
            </a:r>
            <a:r>
              <a:rPr lang="en-US" sz="2987" i="1" dirty="0"/>
              <a:t>who</a:t>
            </a:r>
            <a:r>
              <a:rPr lang="en-US" sz="2987" dirty="0"/>
              <a:t> does what.</a:t>
            </a:r>
            <a:endParaRPr sz="2987" dirty="0"/>
          </a:p>
        </p:txBody>
      </p:sp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41983661"/>
              </p:ext>
            </p:extLst>
          </p:nvPr>
        </p:nvGraphicFramePr>
        <p:xfrm>
          <a:off x="236705" y="221210"/>
          <a:ext cx="9557588" cy="35295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89397"/>
                <a:gridCol w="2389397"/>
                <a:gridCol w="2389397"/>
                <a:gridCol w="2389397"/>
              </a:tblGrid>
              <a:tr h="502920">
                <a:tc gridSpan="2">
                  <a:txBody>
                    <a:bodyPr/>
                    <a:lstStyle/>
                    <a:p>
                      <a:r>
                        <a:rPr lang="en-US" sz="2200" dirty="0" smtClean="0"/>
                        <a:t>Team: </a:t>
                      </a:r>
                      <a:r>
                        <a:rPr lang="en-US" sz="2200" b="0" i="1" dirty="0" smtClean="0"/>
                        <a:t>Name (Abbreviated</a:t>
                      </a:r>
                      <a:r>
                        <a:rPr lang="en-US" sz="2200" b="0" i="1" baseline="0" dirty="0" smtClean="0"/>
                        <a:t> Name)</a:t>
                      </a:r>
                      <a:endParaRPr lang="en-US" sz="2200" b="0" i="1" dirty="0"/>
                    </a:p>
                  </a:txBody>
                  <a:tcPr marL="170688" marR="170688" marT="85344" marB="85344" anchor="ctr"/>
                </a:tc>
                <a:tc hMerge="1"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r>
                        <a:rPr lang="en-US" sz="2200" b="1" i="0" dirty="0" smtClean="0"/>
                        <a:t>GitHub: </a:t>
                      </a:r>
                      <a:r>
                        <a:rPr lang="en-US" sz="2200" b="0" i="1" dirty="0" smtClean="0"/>
                        <a:t>Link</a:t>
                      </a:r>
                      <a:endParaRPr lang="en-US" sz="2200" b="0" i="1" dirty="0"/>
                    </a:p>
                  </a:txBody>
                  <a:tcPr marL="170688" marR="170688" marT="85344" marB="85344" anchor="ctr"/>
                </a:tc>
                <a:tc hMerge="1"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lang="en-US" sz="2200" b="1" dirty="0" smtClean="0"/>
                        <a:t>Scrum Master</a:t>
                      </a:r>
                      <a:endParaRPr lang="en-US" sz="2200" b="1" dirty="0"/>
                    </a:p>
                  </a:txBody>
                  <a:tcPr marL="170688" marR="170688" marT="85344" marB="85344" anchor="ctr"/>
                </a:tc>
                <a:tc>
                  <a:txBody>
                    <a:bodyPr/>
                    <a:lstStyle/>
                    <a:p>
                      <a:r>
                        <a:rPr lang="en-US" sz="2200" b="1" dirty="0" smtClean="0"/>
                        <a:t>Hardware Lead</a:t>
                      </a:r>
                      <a:endParaRPr lang="en-US" sz="2200" b="1" dirty="0"/>
                    </a:p>
                  </a:txBody>
                  <a:tcPr marL="170688" marR="170688" marT="85344" marB="85344" anchor="ctr"/>
                </a:tc>
                <a:tc>
                  <a:txBody>
                    <a:bodyPr/>
                    <a:lstStyle/>
                    <a:p>
                      <a:r>
                        <a:rPr lang="en-US" sz="2200" b="1" dirty="0" smtClean="0"/>
                        <a:t>Software Lead</a:t>
                      </a:r>
                      <a:endParaRPr lang="en-US" sz="2200" b="1" dirty="0"/>
                    </a:p>
                  </a:txBody>
                  <a:tcPr marL="170688" marR="170688" marT="85344" marB="85344" anchor="ctr"/>
                </a:tc>
                <a:tc>
                  <a:txBody>
                    <a:bodyPr/>
                    <a:lstStyle/>
                    <a:p>
                      <a:r>
                        <a:rPr lang="en-US" sz="2200" b="1" dirty="0" smtClean="0"/>
                        <a:t>Integration Lead</a:t>
                      </a:r>
                      <a:endParaRPr lang="en-US" sz="2200" b="1" dirty="0"/>
                    </a:p>
                  </a:txBody>
                  <a:tcPr marL="170688" marR="170688" marT="85344" marB="85344" anchor="ctr"/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lang="en-US" sz="2200" i="1" dirty="0" smtClean="0"/>
                        <a:t>Name</a:t>
                      </a:r>
                      <a:r>
                        <a:rPr lang="en-US" sz="2200" i="1" baseline="0" dirty="0" smtClean="0"/>
                        <a:t> (</a:t>
                      </a:r>
                      <a:r>
                        <a:rPr lang="en-US" sz="2200" i="1" dirty="0" smtClean="0"/>
                        <a:t>Leads the team, runs the meetings, updates the Scrum</a:t>
                      </a:r>
                      <a:r>
                        <a:rPr lang="en-US" sz="2200" i="1" baseline="0" dirty="0" smtClean="0"/>
                        <a:t> </a:t>
                      </a:r>
                      <a:r>
                        <a:rPr lang="en-US" sz="2200" i="1" dirty="0" smtClean="0"/>
                        <a:t>board(s))</a:t>
                      </a:r>
                      <a:endParaRPr lang="en-US" sz="2200" i="1" dirty="0"/>
                    </a:p>
                  </a:txBody>
                  <a:tcPr marL="170688" marR="170688" marT="85344" marB="85344"/>
                </a:tc>
                <a:tc>
                  <a:txBody>
                    <a:bodyPr/>
                    <a:lstStyle/>
                    <a:p>
                      <a:r>
                        <a:rPr lang="en-US" sz="2200" i="1" dirty="0" smtClean="0"/>
                        <a:t>Name</a:t>
                      </a:r>
                      <a:r>
                        <a:rPr lang="en-US" sz="2200" i="1" baseline="0" dirty="0" smtClean="0"/>
                        <a:t> (</a:t>
                      </a:r>
                      <a:r>
                        <a:rPr lang="en-US" sz="2200" i="1" dirty="0" smtClean="0"/>
                        <a:t>Leads</a:t>
                      </a:r>
                      <a:r>
                        <a:rPr lang="en-US" sz="2200" i="1" baseline="0" dirty="0" smtClean="0"/>
                        <a:t> the hardware, tracks the team hardware, manages purchase requests)</a:t>
                      </a:r>
                      <a:endParaRPr lang="en-US" sz="2200" i="1" dirty="0"/>
                    </a:p>
                  </a:txBody>
                  <a:tcPr marL="170688" marR="170688" marT="85344" marB="85344"/>
                </a:tc>
                <a:tc>
                  <a:txBody>
                    <a:bodyPr/>
                    <a:lstStyle/>
                    <a:p>
                      <a:r>
                        <a:rPr lang="en-US" sz="2200" i="1" dirty="0" smtClean="0"/>
                        <a:t>Name</a:t>
                      </a:r>
                      <a:r>
                        <a:rPr lang="en-US" sz="2200" i="1" baseline="0" dirty="0" smtClean="0"/>
                        <a:t> (</a:t>
                      </a:r>
                      <a:r>
                        <a:rPr lang="en-US" sz="2200" i="1" dirty="0" smtClean="0"/>
                        <a:t>Leads the software</a:t>
                      </a:r>
                      <a:r>
                        <a:rPr lang="en-US" sz="2200" i="1" baseline="0" dirty="0" smtClean="0"/>
                        <a:t>, tracks the team </a:t>
                      </a:r>
                      <a:r>
                        <a:rPr lang="en-US" sz="2200" i="1" baseline="0" dirty="0" err="1" smtClean="0"/>
                        <a:t>Github</a:t>
                      </a:r>
                      <a:r>
                        <a:rPr lang="en-US" sz="2200" i="1" baseline="0" dirty="0" smtClean="0"/>
                        <a:t>, manages the README)</a:t>
                      </a:r>
                      <a:endParaRPr lang="en-US" sz="2200" i="1" dirty="0"/>
                    </a:p>
                  </a:txBody>
                  <a:tcPr marL="170688" marR="170688" marT="85344" marB="85344"/>
                </a:tc>
                <a:tc>
                  <a:txBody>
                    <a:bodyPr/>
                    <a:lstStyle/>
                    <a:p>
                      <a:r>
                        <a:rPr lang="en-US" sz="2200" i="1" baseline="0" dirty="0" smtClean="0"/>
                        <a:t>Name (Leads the integration, manages the final deliverables including Manual)</a:t>
                      </a:r>
                      <a:endParaRPr lang="en-US" sz="2200" i="1" dirty="0"/>
                    </a:p>
                  </a:txBody>
                  <a:tcPr marL="170688" marR="170688" marT="85344" marB="85344"/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22196905"/>
              </p:ext>
            </p:extLst>
          </p:nvPr>
        </p:nvGraphicFramePr>
        <p:xfrm>
          <a:off x="232749" y="3868419"/>
          <a:ext cx="9557588" cy="3870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04111"/>
                <a:gridCol w="2174683"/>
                <a:gridCol w="1302056"/>
                <a:gridCol w="3476738"/>
              </a:tblGrid>
              <a:tr h="438176">
                <a:tc>
                  <a:txBody>
                    <a:bodyPr/>
                    <a:lstStyle/>
                    <a:p>
                      <a:r>
                        <a:rPr lang="en-US" sz="2200" dirty="0" smtClean="0"/>
                        <a:t>Sprint: </a:t>
                      </a:r>
                      <a:r>
                        <a:rPr lang="en-US" sz="2200" b="0" i="1" dirty="0" smtClean="0"/>
                        <a:t>#</a:t>
                      </a:r>
                      <a:endParaRPr lang="en-US" sz="2200" b="0" i="1" dirty="0"/>
                    </a:p>
                  </a:txBody>
                  <a:tcPr marL="170688" marR="170688" marT="85344" marB="85344" anchor="ctr"/>
                </a:tc>
                <a:tc gridSpan="2">
                  <a:txBody>
                    <a:bodyPr/>
                    <a:lstStyle/>
                    <a:p>
                      <a:r>
                        <a:rPr lang="en-US" sz="2200" dirty="0" smtClean="0"/>
                        <a:t>Start: </a:t>
                      </a:r>
                      <a:r>
                        <a:rPr lang="en-US" sz="2200" b="0" i="1" dirty="0" smtClean="0"/>
                        <a:t>Date </a:t>
                      </a:r>
                    </a:p>
                  </a:txBody>
                  <a:tcPr marL="170688" marR="170688" marT="85344" marB="85344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200" b="1" i="0" dirty="0" smtClean="0"/>
                        <a:t>End: </a:t>
                      </a:r>
                      <a:r>
                        <a:rPr lang="en-US" sz="2200" b="0" i="1" dirty="0" smtClean="0"/>
                        <a:t>Date</a:t>
                      </a:r>
                      <a:endParaRPr lang="en-US" sz="2200" b="0" i="1" dirty="0"/>
                    </a:p>
                  </a:txBody>
                  <a:tcPr marL="170688" marR="170688" marT="85344" marB="85344" anchor="ctr"/>
                </a:tc>
              </a:tr>
              <a:tr h="438176">
                <a:tc gridSpan="4">
                  <a:txBody>
                    <a:bodyPr/>
                    <a:lstStyle/>
                    <a:p>
                      <a:r>
                        <a:rPr lang="en-US" sz="2200" b="1" dirty="0" smtClean="0"/>
                        <a:t>Sprint</a:t>
                      </a:r>
                      <a:r>
                        <a:rPr lang="en-US" sz="2200" b="1" baseline="0" dirty="0" smtClean="0"/>
                        <a:t> Goal</a:t>
                      </a:r>
                      <a:endParaRPr lang="en-US" sz="2200" b="1" dirty="0"/>
                    </a:p>
                  </a:txBody>
                  <a:tcPr marL="170688" marR="170688" marT="85344" marB="85344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502920">
                <a:tc gridSpan="4">
                  <a:txBody>
                    <a:bodyPr/>
                    <a:lstStyle/>
                    <a:p>
                      <a:r>
                        <a:rPr lang="en-US" sz="2200" i="1" dirty="0" smtClean="0"/>
                        <a:t>(1-2 sentences)</a:t>
                      </a:r>
                      <a:r>
                        <a:rPr lang="en-US" sz="2200" i="1" baseline="0" dirty="0" smtClean="0"/>
                        <a:t> </a:t>
                      </a:r>
                      <a:r>
                        <a:rPr lang="en-US" sz="2200" i="1" dirty="0" smtClean="0"/>
                        <a:t>Describe the working capability for this sprint</a:t>
                      </a:r>
                    </a:p>
                    <a:p>
                      <a:endParaRPr lang="en-US" sz="2200" i="1" dirty="0" smtClean="0"/>
                    </a:p>
                  </a:txBody>
                  <a:tcPr marL="170688" marR="170688" marT="85344" marB="85344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502920">
                <a:tc gridSpan="4">
                  <a:txBody>
                    <a:bodyPr/>
                    <a:lstStyle/>
                    <a:p>
                      <a:r>
                        <a:rPr lang="en-US" sz="2200" b="1" dirty="0" smtClean="0"/>
                        <a:t>Definition of Done</a:t>
                      </a:r>
                      <a:endParaRPr lang="en-US" sz="2200" b="1" dirty="0"/>
                    </a:p>
                  </a:txBody>
                  <a:tcPr marL="170688" marR="170688" marT="85344" marB="85344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502920">
                <a:tc gridSpan="2">
                  <a:txBody>
                    <a:bodyPr/>
                    <a:lstStyle/>
                    <a:p>
                      <a:pPr marL="342900" indent="-342900">
                        <a:buFont typeface="Wingdings" panose="05000000000000000000" pitchFamily="2" charset="2"/>
                        <a:buChar char="q"/>
                      </a:pPr>
                      <a:r>
                        <a:rPr lang="en-US" sz="2200" i="1" dirty="0" smtClean="0"/>
                        <a:t>Code pushed to GitHub</a:t>
                      </a:r>
                    </a:p>
                    <a:p>
                      <a:pPr marL="342900" indent="-342900">
                        <a:buFont typeface="Wingdings" panose="05000000000000000000" pitchFamily="2" charset="2"/>
                        <a:buChar char="q"/>
                      </a:pPr>
                      <a:r>
                        <a:rPr lang="en-US" sz="2200" i="1" dirty="0" smtClean="0"/>
                        <a:t>Code well</a:t>
                      </a:r>
                      <a:r>
                        <a:rPr lang="en-US" sz="2200" i="1" baseline="0" dirty="0" smtClean="0"/>
                        <a:t> </a:t>
                      </a:r>
                      <a:r>
                        <a:rPr lang="en-US" sz="2200" i="1" dirty="0" smtClean="0"/>
                        <a:t>commented</a:t>
                      </a:r>
                    </a:p>
                    <a:p>
                      <a:pPr marL="342900" indent="-342900">
                        <a:buFont typeface="Wingdings" panose="05000000000000000000" pitchFamily="2" charset="2"/>
                        <a:buChar char="q"/>
                      </a:pPr>
                      <a:r>
                        <a:rPr lang="en-US" sz="2200" i="1" dirty="0" smtClean="0"/>
                        <a:t>Hardware wired cleanly</a:t>
                      </a:r>
                    </a:p>
                  </a:txBody>
                  <a:tcPr marL="170688" marR="170688" marT="85344" marB="85344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342900" indent="-342900">
                        <a:buFont typeface="Wingdings" panose="05000000000000000000" pitchFamily="2" charset="2"/>
                        <a:buChar char="q"/>
                      </a:pPr>
                      <a:r>
                        <a:rPr lang="en-US" sz="2200" i="1" dirty="0" smtClean="0"/>
                        <a:t>Demo works live</a:t>
                      </a:r>
                    </a:p>
                    <a:p>
                      <a:pPr marL="342900" marR="0" lvl="0" indent="-342900" algn="l" defTabSz="170691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q"/>
                        <a:tabLst/>
                        <a:defRPr/>
                      </a:pPr>
                      <a:r>
                        <a:rPr lang="en-US" sz="2200" i="1" dirty="0" smtClean="0"/>
                        <a:t>Short demo video</a:t>
                      </a:r>
                      <a:r>
                        <a:rPr lang="en-US" sz="2200" i="1" baseline="0" dirty="0" smtClean="0"/>
                        <a:t> recorded (</a:t>
                      </a:r>
                      <a:r>
                        <a:rPr lang="en-US" sz="2200" i="1" dirty="0" smtClean="0"/>
                        <a:t>≤1 min)</a:t>
                      </a:r>
                    </a:p>
                    <a:p>
                      <a:pPr marL="342900" indent="-342900">
                        <a:buFont typeface="Wingdings" panose="05000000000000000000" pitchFamily="2" charset="2"/>
                        <a:buChar char="q"/>
                      </a:pPr>
                      <a:r>
                        <a:rPr lang="en-US" sz="2200" i="1" dirty="0" smtClean="0"/>
                        <a:t>README</a:t>
                      </a:r>
                      <a:r>
                        <a:rPr lang="en-US" sz="2200" i="1" baseline="0" dirty="0" smtClean="0"/>
                        <a:t> and </a:t>
                      </a:r>
                      <a:r>
                        <a:rPr lang="en-US" sz="2200" i="1" dirty="0" smtClean="0"/>
                        <a:t>Manual updated with instructions</a:t>
                      </a:r>
                    </a:p>
                  </a:txBody>
                  <a:tcPr marL="170688" marR="170688" marT="85344" marB="85344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77100497"/>
              </p:ext>
            </p:extLst>
          </p:nvPr>
        </p:nvGraphicFramePr>
        <p:xfrm>
          <a:off x="10006654" y="5005395"/>
          <a:ext cx="13574445" cy="40477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94506"/>
                <a:gridCol w="2383378"/>
                <a:gridCol w="1859532"/>
                <a:gridCol w="2437029"/>
              </a:tblGrid>
              <a:tr h="502920">
                <a:tc gridSpan="4">
                  <a:txBody>
                    <a:bodyPr/>
                    <a:lstStyle/>
                    <a:p>
                      <a:pPr algn="ctr"/>
                      <a:r>
                        <a:rPr lang="en-US" sz="2200" dirty="0" smtClean="0"/>
                        <a:t>Task Breakdown</a:t>
                      </a:r>
                      <a:endParaRPr lang="en-US" sz="2200" dirty="0"/>
                    </a:p>
                  </a:txBody>
                  <a:tcPr marL="170688" marR="170688" marT="85344" marB="85344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lang="en-US" sz="2200" b="1" dirty="0" smtClean="0"/>
                        <a:t>Task</a:t>
                      </a:r>
                      <a:endParaRPr lang="en-US" sz="2200" b="1" dirty="0"/>
                    </a:p>
                  </a:txBody>
                  <a:tcPr marL="170688" marR="170688" marT="85344" marB="85344"/>
                </a:tc>
                <a:tc>
                  <a:txBody>
                    <a:bodyPr/>
                    <a:lstStyle/>
                    <a:p>
                      <a:r>
                        <a:rPr lang="en-US" sz="2200" b="1" dirty="0" smtClean="0"/>
                        <a:t>Linked User Story</a:t>
                      </a:r>
                      <a:endParaRPr lang="en-US" sz="2200" b="1" dirty="0"/>
                    </a:p>
                  </a:txBody>
                  <a:tcPr marL="170688" marR="170688" marT="85344" marB="85344"/>
                </a:tc>
                <a:tc>
                  <a:txBody>
                    <a:bodyPr/>
                    <a:lstStyle/>
                    <a:p>
                      <a:r>
                        <a:rPr lang="en-US" sz="2200" b="1" dirty="0" smtClean="0"/>
                        <a:t>Owner</a:t>
                      </a:r>
                      <a:endParaRPr lang="en-US" sz="2200" b="1" dirty="0"/>
                    </a:p>
                  </a:txBody>
                  <a:tcPr marL="170688" marR="170688" marT="85344" marB="85344"/>
                </a:tc>
                <a:tc>
                  <a:txBody>
                    <a:bodyPr/>
                    <a:lstStyle/>
                    <a:p>
                      <a:r>
                        <a:rPr lang="en-US" sz="2200" b="1" dirty="0" smtClean="0"/>
                        <a:t>Estimated</a:t>
                      </a:r>
                      <a:r>
                        <a:rPr lang="en-US" sz="2200" b="1" baseline="0" dirty="0" smtClean="0"/>
                        <a:t> Hours</a:t>
                      </a:r>
                      <a:endParaRPr lang="en-US" sz="2200" b="1" dirty="0"/>
                    </a:p>
                  </a:txBody>
                  <a:tcPr marL="170688" marR="170688" marT="85344" marB="85344"/>
                </a:tc>
              </a:tr>
              <a:tr h="502920">
                <a:tc>
                  <a:txBody>
                    <a:bodyPr/>
                    <a:lstStyle/>
                    <a:p>
                      <a:pPr marL="0" marR="0" lvl="0" indent="0" algn="l" defTabSz="170691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200" i="1" dirty="0" smtClean="0"/>
                        <a:t>Write MATLAB</a:t>
                      </a:r>
                      <a:r>
                        <a:rPr lang="en-US" sz="2200" i="1" baseline="0" dirty="0" smtClean="0"/>
                        <a:t> code to acquire sensor data</a:t>
                      </a:r>
                      <a:endParaRPr lang="en-US" sz="2200" i="1" dirty="0" smtClean="0"/>
                    </a:p>
                  </a:txBody>
                  <a:tcPr marL="170688" marR="170688" marT="85344" marB="85344"/>
                </a:tc>
                <a:tc>
                  <a:txBody>
                    <a:bodyPr/>
                    <a:lstStyle/>
                    <a:p>
                      <a:r>
                        <a:rPr lang="en-US" sz="2200" i="1" dirty="0" smtClean="0"/>
                        <a:t>US1</a:t>
                      </a:r>
                      <a:endParaRPr lang="en-US" sz="2200" i="1" dirty="0"/>
                    </a:p>
                  </a:txBody>
                  <a:tcPr marL="170688" marR="170688" marT="85344" marB="85344"/>
                </a:tc>
                <a:tc>
                  <a:txBody>
                    <a:bodyPr/>
                    <a:lstStyle/>
                    <a:p>
                      <a:r>
                        <a:rPr lang="en-US" sz="2200" i="1" dirty="0" smtClean="0"/>
                        <a:t>Name</a:t>
                      </a:r>
                      <a:endParaRPr lang="en-US" sz="2200" i="1" dirty="0"/>
                    </a:p>
                  </a:txBody>
                  <a:tcPr marL="170688" marR="170688" marT="85344" marB="85344"/>
                </a:tc>
                <a:tc>
                  <a:txBody>
                    <a:bodyPr/>
                    <a:lstStyle/>
                    <a:p>
                      <a:r>
                        <a:rPr lang="en-US" sz="2200" i="1" dirty="0" smtClean="0"/>
                        <a:t>3</a:t>
                      </a:r>
                    </a:p>
                  </a:txBody>
                  <a:tcPr marL="170688" marR="170688" marT="85344" marB="85344"/>
                </a:tc>
              </a:tr>
              <a:tr h="502920">
                <a:tc>
                  <a:txBody>
                    <a:bodyPr/>
                    <a:lstStyle/>
                    <a:p>
                      <a:pPr marL="0" marR="0" lvl="0" indent="0" algn="l" defTabSz="170691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200" i="1" dirty="0" smtClean="0"/>
                    </a:p>
                  </a:txBody>
                  <a:tcPr marL="170688" marR="170688" marT="85344" marB="85344"/>
                </a:tc>
                <a:tc>
                  <a:txBody>
                    <a:bodyPr/>
                    <a:lstStyle/>
                    <a:p>
                      <a:endParaRPr lang="en-US" sz="2200" dirty="0"/>
                    </a:p>
                  </a:txBody>
                  <a:tcPr marL="170688" marR="170688" marT="85344" marB="85344"/>
                </a:tc>
                <a:tc>
                  <a:txBody>
                    <a:bodyPr/>
                    <a:lstStyle/>
                    <a:p>
                      <a:endParaRPr lang="en-US" sz="2200" dirty="0"/>
                    </a:p>
                  </a:txBody>
                  <a:tcPr marL="170688" marR="170688" marT="85344" marB="85344"/>
                </a:tc>
                <a:tc>
                  <a:txBody>
                    <a:bodyPr/>
                    <a:lstStyle/>
                    <a:p>
                      <a:endParaRPr lang="en-US" sz="2200" dirty="0" smtClean="0"/>
                    </a:p>
                  </a:txBody>
                  <a:tcPr marL="170688" marR="170688" marT="85344" marB="85344"/>
                </a:tc>
              </a:tr>
              <a:tr h="502920">
                <a:tc>
                  <a:txBody>
                    <a:bodyPr/>
                    <a:lstStyle/>
                    <a:p>
                      <a:endParaRPr lang="en-US" sz="2200" dirty="0"/>
                    </a:p>
                  </a:txBody>
                  <a:tcPr marL="170688" marR="170688" marT="85344" marB="85344"/>
                </a:tc>
                <a:tc>
                  <a:txBody>
                    <a:bodyPr/>
                    <a:lstStyle/>
                    <a:p>
                      <a:endParaRPr lang="en-US" sz="2200" dirty="0"/>
                    </a:p>
                  </a:txBody>
                  <a:tcPr marL="170688" marR="170688" marT="85344" marB="85344"/>
                </a:tc>
                <a:tc>
                  <a:txBody>
                    <a:bodyPr/>
                    <a:lstStyle/>
                    <a:p>
                      <a:endParaRPr lang="en-US" sz="2200" dirty="0"/>
                    </a:p>
                  </a:txBody>
                  <a:tcPr marL="170688" marR="170688" marT="85344" marB="85344"/>
                </a:tc>
                <a:tc>
                  <a:txBody>
                    <a:bodyPr/>
                    <a:lstStyle/>
                    <a:p>
                      <a:endParaRPr lang="en-US" sz="2200" dirty="0" smtClean="0"/>
                    </a:p>
                  </a:txBody>
                  <a:tcPr marL="170688" marR="170688" marT="85344" marB="85344"/>
                </a:tc>
              </a:tr>
              <a:tr h="502920">
                <a:tc>
                  <a:txBody>
                    <a:bodyPr/>
                    <a:lstStyle/>
                    <a:p>
                      <a:endParaRPr lang="en-US" sz="2200" dirty="0"/>
                    </a:p>
                  </a:txBody>
                  <a:tcPr marL="170688" marR="170688" marT="85344" marB="85344"/>
                </a:tc>
                <a:tc>
                  <a:txBody>
                    <a:bodyPr/>
                    <a:lstStyle/>
                    <a:p>
                      <a:endParaRPr lang="en-US" sz="2200" dirty="0"/>
                    </a:p>
                  </a:txBody>
                  <a:tcPr marL="170688" marR="170688" marT="85344" marB="85344"/>
                </a:tc>
                <a:tc>
                  <a:txBody>
                    <a:bodyPr/>
                    <a:lstStyle/>
                    <a:p>
                      <a:endParaRPr lang="en-US" sz="2200" dirty="0"/>
                    </a:p>
                  </a:txBody>
                  <a:tcPr marL="170688" marR="170688" marT="85344" marB="85344"/>
                </a:tc>
                <a:tc>
                  <a:txBody>
                    <a:bodyPr/>
                    <a:lstStyle/>
                    <a:p>
                      <a:endParaRPr lang="en-US" sz="2200" dirty="0" smtClean="0"/>
                    </a:p>
                  </a:txBody>
                  <a:tcPr marL="170688" marR="170688" marT="85344" marB="85344"/>
                </a:tc>
              </a:tr>
              <a:tr h="502920">
                <a:tc>
                  <a:txBody>
                    <a:bodyPr/>
                    <a:lstStyle/>
                    <a:p>
                      <a:endParaRPr lang="en-US" sz="2200" dirty="0"/>
                    </a:p>
                  </a:txBody>
                  <a:tcPr marL="170688" marR="170688" marT="85344" marB="85344"/>
                </a:tc>
                <a:tc>
                  <a:txBody>
                    <a:bodyPr/>
                    <a:lstStyle/>
                    <a:p>
                      <a:endParaRPr lang="en-US" sz="2200" dirty="0"/>
                    </a:p>
                  </a:txBody>
                  <a:tcPr marL="170688" marR="170688" marT="85344" marB="85344"/>
                </a:tc>
                <a:tc>
                  <a:txBody>
                    <a:bodyPr/>
                    <a:lstStyle/>
                    <a:p>
                      <a:endParaRPr lang="en-US" sz="2200" dirty="0"/>
                    </a:p>
                  </a:txBody>
                  <a:tcPr marL="170688" marR="170688" marT="85344" marB="85344"/>
                </a:tc>
                <a:tc>
                  <a:txBody>
                    <a:bodyPr/>
                    <a:lstStyle/>
                    <a:p>
                      <a:endParaRPr lang="en-US" sz="2200" dirty="0" smtClean="0"/>
                    </a:p>
                  </a:txBody>
                  <a:tcPr marL="170688" marR="170688" marT="85344" marB="85344"/>
                </a:tc>
              </a:tr>
              <a:tr h="502920">
                <a:tc>
                  <a:txBody>
                    <a:bodyPr/>
                    <a:lstStyle/>
                    <a:p>
                      <a:endParaRPr lang="en-US" sz="2200" dirty="0"/>
                    </a:p>
                  </a:txBody>
                  <a:tcPr marL="170688" marR="170688" marT="85344" marB="85344"/>
                </a:tc>
                <a:tc>
                  <a:txBody>
                    <a:bodyPr/>
                    <a:lstStyle/>
                    <a:p>
                      <a:endParaRPr lang="en-US" sz="2200" dirty="0"/>
                    </a:p>
                  </a:txBody>
                  <a:tcPr marL="170688" marR="170688" marT="85344" marB="85344"/>
                </a:tc>
                <a:tc>
                  <a:txBody>
                    <a:bodyPr/>
                    <a:lstStyle/>
                    <a:p>
                      <a:endParaRPr lang="en-US" sz="2200" dirty="0"/>
                    </a:p>
                  </a:txBody>
                  <a:tcPr marL="170688" marR="170688" marT="85344" marB="85344"/>
                </a:tc>
                <a:tc>
                  <a:txBody>
                    <a:bodyPr/>
                    <a:lstStyle/>
                    <a:p>
                      <a:endParaRPr lang="en-US" sz="2200" dirty="0" smtClean="0"/>
                    </a:p>
                  </a:txBody>
                  <a:tcPr marL="170688" marR="170688" marT="85344" marB="85344"/>
                </a:tc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88424730"/>
              </p:ext>
            </p:extLst>
          </p:nvPr>
        </p:nvGraphicFramePr>
        <p:xfrm>
          <a:off x="9994427" y="1837793"/>
          <a:ext cx="13586671" cy="30358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58015"/>
                <a:gridCol w="6259685"/>
                <a:gridCol w="4784253"/>
                <a:gridCol w="1384718"/>
              </a:tblGrid>
              <a:tr h="457200">
                <a:tc gridSpan="4">
                  <a:txBody>
                    <a:bodyPr/>
                    <a:lstStyle/>
                    <a:p>
                      <a:pPr algn="ctr"/>
                      <a:r>
                        <a:rPr lang="en-US" sz="2200" dirty="0" smtClean="0"/>
                        <a:t>User Stories</a:t>
                      </a:r>
                      <a:endParaRPr lang="en-US" sz="2200" dirty="0"/>
                    </a:p>
                  </a:txBody>
                  <a:tcPr marL="170688" marR="170688" marT="85344" marB="85344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lang="en-US" sz="2200" b="1" dirty="0" smtClean="0"/>
                        <a:t>ID</a:t>
                      </a:r>
                    </a:p>
                  </a:txBody>
                  <a:tcPr marL="170688" marR="170688" marT="85344" marB="85344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200" b="1" dirty="0" smtClean="0"/>
                        <a:t>User Story</a:t>
                      </a:r>
                    </a:p>
                  </a:txBody>
                  <a:tcPr marL="170688" marR="170688" marT="85344" marB="85344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200" b="1" dirty="0" smtClean="0"/>
                        <a:t>Acceptance</a:t>
                      </a:r>
                      <a:r>
                        <a:rPr lang="en-US" sz="2200" b="1" baseline="0" dirty="0" smtClean="0"/>
                        <a:t> Criteria</a:t>
                      </a:r>
                      <a:endParaRPr lang="en-US" sz="2200" b="1" dirty="0"/>
                    </a:p>
                  </a:txBody>
                  <a:tcPr marL="170688" marR="170688" marT="85344" marB="85344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200" b="1" dirty="0" smtClean="0"/>
                        <a:t>Priority</a:t>
                      </a:r>
                    </a:p>
                  </a:txBody>
                  <a:tcPr marL="170688" marR="170688" marT="85344" marB="85344"/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lang="en-US" sz="2200" i="1" dirty="0" smtClean="0"/>
                        <a:t>US0</a:t>
                      </a:r>
                      <a:endParaRPr lang="en-US" sz="2200" i="1" dirty="0"/>
                    </a:p>
                  </a:txBody>
                  <a:tcPr marL="170688" marR="170688" marT="85344" marB="85344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200" i="1" dirty="0" smtClean="0"/>
                        <a:t>As a user, I want ____</a:t>
                      </a:r>
                      <a:r>
                        <a:rPr lang="en-US" sz="2200" i="1" baseline="0" dirty="0" smtClean="0"/>
                        <a:t> so that </a:t>
                      </a:r>
                      <a:r>
                        <a:rPr lang="en-US" sz="2200" i="1" dirty="0" smtClean="0"/>
                        <a:t> ____.</a:t>
                      </a:r>
                    </a:p>
                  </a:txBody>
                  <a:tcPr marL="170688" marR="170688" marT="85344" marB="85344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200" i="1" dirty="0" smtClean="0"/>
                        <a:t>Quantitatively</a:t>
                      </a:r>
                      <a:r>
                        <a:rPr lang="en-US" sz="2200" i="1" baseline="0" dirty="0" smtClean="0"/>
                        <a:t> defined</a:t>
                      </a:r>
                      <a:endParaRPr lang="en-US" sz="2200" i="1" dirty="0"/>
                    </a:p>
                  </a:txBody>
                  <a:tcPr marL="170688" marR="170688" marT="85344" marB="85344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200" i="1" dirty="0" smtClean="0"/>
                        <a:t>H/M/L</a:t>
                      </a:r>
                    </a:p>
                  </a:txBody>
                  <a:tcPr marL="170688" marR="170688" marT="85344" marB="85344"/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lang="en-US" sz="2200" i="1" dirty="0" smtClean="0"/>
                        <a:t>US1</a:t>
                      </a:r>
                      <a:endParaRPr lang="en-US" sz="2200" i="1" dirty="0"/>
                    </a:p>
                  </a:txBody>
                  <a:tcPr marL="170688" marR="170688" marT="85344" marB="85344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200" i="1" dirty="0" smtClean="0"/>
                        <a:t>As a user, I want to see my </a:t>
                      </a:r>
                      <a:r>
                        <a:rPr lang="en-US" sz="2200" i="1" dirty="0" err="1" smtClean="0"/>
                        <a:t>biosignal</a:t>
                      </a:r>
                      <a:r>
                        <a:rPr lang="en-US" sz="2200" i="1" dirty="0" smtClean="0"/>
                        <a:t> live on screen.</a:t>
                      </a:r>
                      <a:endParaRPr lang="en-US" sz="2200" i="1" dirty="0"/>
                    </a:p>
                  </a:txBody>
                  <a:tcPr marL="170688" marR="170688" marT="85344" marB="85344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200" i="1" dirty="0" smtClean="0"/>
                        <a:t>Signal updates ≥20 Hz, visible filtering</a:t>
                      </a:r>
                      <a:endParaRPr lang="en-US" sz="2200" i="1" dirty="0"/>
                    </a:p>
                  </a:txBody>
                  <a:tcPr marL="170688" marR="170688" marT="85344" marB="85344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200" i="1" dirty="0" smtClean="0"/>
                        <a:t>H</a:t>
                      </a:r>
                    </a:p>
                  </a:txBody>
                  <a:tcPr marL="170688" marR="170688" marT="85344" marB="85344"/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lang="en-US" sz="2200" i="1" dirty="0" smtClean="0"/>
                        <a:t>US2</a:t>
                      </a:r>
                      <a:endParaRPr lang="en-US" sz="2200" i="1" dirty="0"/>
                    </a:p>
                  </a:txBody>
                  <a:tcPr marL="170688" marR="170688" marT="85344" marB="85344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200" i="1" dirty="0" smtClean="0"/>
                        <a:t>As a user, I want my signal to control a device</a:t>
                      </a:r>
                      <a:endParaRPr lang="en-US" sz="2200" i="1" dirty="0"/>
                    </a:p>
                  </a:txBody>
                  <a:tcPr marL="170688" marR="170688" marT="85344" marB="85344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200" i="1" dirty="0" smtClean="0"/>
                        <a:t>Output changes within 200 </a:t>
                      </a:r>
                      <a:r>
                        <a:rPr lang="en-US" sz="2200" i="1" dirty="0" err="1" smtClean="0"/>
                        <a:t>ms</a:t>
                      </a:r>
                      <a:endParaRPr lang="en-US" sz="2200" i="1" dirty="0"/>
                    </a:p>
                  </a:txBody>
                  <a:tcPr marL="170688" marR="170688" marT="85344" marB="85344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200" i="1" dirty="0" smtClean="0"/>
                        <a:t>H</a:t>
                      </a:r>
                    </a:p>
                  </a:txBody>
                  <a:tcPr marL="170688" marR="170688" marT="85344" marB="85344"/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endParaRPr lang="en-US" sz="2200" dirty="0"/>
                    </a:p>
                  </a:txBody>
                  <a:tcPr marL="170688" marR="170688" marT="85344" marB="85344"/>
                </a:tc>
                <a:tc>
                  <a:txBody>
                    <a:bodyPr/>
                    <a:lstStyle/>
                    <a:p>
                      <a:pPr algn="l"/>
                      <a:endParaRPr lang="en-US" sz="2200" dirty="0"/>
                    </a:p>
                  </a:txBody>
                  <a:tcPr marL="170688" marR="170688" marT="85344" marB="85344"/>
                </a:tc>
                <a:tc>
                  <a:txBody>
                    <a:bodyPr/>
                    <a:lstStyle/>
                    <a:p>
                      <a:pPr algn="l"/>
                      <a:endParaRPr lang="en-US" sz="2200" dirty="0"/>
                    </a:p>
                  </a:txBody>
                  <a:tcPr marL="170688" marR="170688" marT="85344" marB="85344"/>
                </a:tc>
                <a:tc>
                  <a:txBody>
                    <a:bodyPr/>
                    <a:lstStyle/>
                    <a:p>
                      <a:pPr algn="l"/>
                      <a:endParaRPr lang="en-US" sz="2200" dirty="0" smtClean="0"/>
                    </a:p>
                  </a:txBody>
                  <a:tcPr marL="170688" marR="170688" marT="85344" marB="85344"/>
                </a:tc>
              </a:tr>
            </a:tbl>
          </a:graphicData>
        </a:graphic>
      </p:graphicFrame>
      <p:graphicFrame>
        <p:nvGraphicFramePr>
          <p:cNvPr id="13" name="Table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86270528"/>
              </p:ext>
            </p:extLst>
          </p:nvPr>
        </p:nvGraphicFramePr>
        <p:xfrm>
          <a:off x="278013" y="7888063"/>
          <a:ext cx="9516280" cy="479870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516280"/>
              </a:tblGrid>
              <a:tr h="556275">
                <a:tc>
                  <a:txBody>
                    <a:bodyPr/>
                    <a:lstStyle/>
                    <a:p>
                      <a:r>
                        <a:rPr lang="en-US" sz="2200" dirty="0" smtClean="0"/>
                        <a:t>System Architecture</a:t>
                      </a:r>
                      <a:endParaRPr lang="en-US" sz="2200" b="0" i="1" dirty="0"/>
                    </a:p>
                  </a:txBody>
                  <a:tcPr marL="170688" marR="170688" marT="85344" marB="8534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4242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200" dirty="0" smtClean="0"/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200" dirty="0" smtClean="0"/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200" dirty="0" smtClean="0"/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200" dirty="0" smtClean="0"/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2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200" dirty="0" smtClean="0"/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200" dirty="0" smtClean="0"/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200" dirty="0" smtClean="0"/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200" dirty="0" smtClean="0"/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200" dirty="0" smtClean="0"/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200" dirty="0" smtClean="0"/>
                    </a:p>
                  </a:txBody>
                  <a:tcPr marL="170688" marR="170688" marT="85344" marB="853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14" name="Table 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61281197"/>
              </p:ext>
            </p:extLst>
          </p:nvPr>
        </p:nvGraphicFramePr>
        <p:xfrm>
          <a:off x="10006654" y="9184933"/>
          <a:ext cx="13574444" cy="2529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05693"/>
                <a:gridCol w="1645920"/>
                <a:gridCol w="5722831"/>
              </a:tblGrid>
              <a:tr h="502920">
                <a:tc gridSpan="3">
                  <a:txBody>
                    <a:bodyPr/>
                    <a:lstStyle/>
                    <a:p>
                      <a:pPr algn="ctr"/>
                      <a:r>
                        <a:rPr lang="en-US" sz="2200" dirty="0" smtClean="0"/>
                        <a:t>Risks</a:t>
                      </a:r>
                      <a:r>
                        <a:rPr lang="en-US" sz="2200" baseline="0" dirty="0" smtClean="0"/>
                        <a:t> &amp; Unknowns</a:t>
                      </a:r>
                      <a:endParaRPr lang="en-US" sz="2200" dirty="0"/>
                    </a:p>
                  </a:txBody>
                  <a:tcPr marL="170688" marR="170688" marT="85344" marB="85344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lang="en-US" sz="2200" b="1" dirty="0" smtClean="0"/>
                        <a:t>Risk</a:t>
                      </a:r>
                      <a:endParaRPr lang="en-US" sz="2200" b="1" dirty="0"/>
                    </a:p>
                  </a:txBody>
                  <a:tcPr marL="170688" marR="170688" marT="85344" marB="85344"/>
                </a:tc>
                <a:tc>
                  <a:txBody>
                    <a:bodyPr/>
                    <a:lstStyle/>
                    <a:p>
                      <a:r>
                        <a:rPr lang="en-US" sz="2200" b="1" dirty="0" smtClean="0"/>
                        <a:t>Likelihood</a:t>
                      </a:r>
                      <a:endParaRPr lang="en-US" sz="2200" b="1" dirty="0"/>
                    </a:p>
                  </a:txBody>
                  <a:tcPr marL="170688" marR="170688" marT="85344" marB="85344"/>
                </a:tc>
                <a:tc>
                  <a:txBody>
                    <a:bodyPr/>
                    <a:lstStyle/>
                    <a:p>
                      <a:r>
                        <a:rPr lang="en-US" sz="2200" b="1" dirty="0" smtClean="0"/>
                        <a:t>Mitigation Plan</a:t>
                      </a:r>
                      <a:endParaRPr lang="en-US" sz="2200" b="1" dirty="0"/>
                    </a:p>
                  </a:txBody>
                  <a:tcPr marL="170688" marR="170688" marT="85344" marB="85344"/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lang="en-US" sz="2200" i="1" dirty="0" smtClean="0"/>
                        <a:t>Noisy</a:t>
                      </a:r>
                      <a:r>
                        <a:rPr lang="en-US" sz="2200" i="1" baseline="0" dirty="0" smtClean="0"/>
                        <a:t> signal</a:t>
                      </a:r>
                      <a:endParaRPr lang="en-US" sz="2200" i="1" dirty="0"/>
                    </a:p>
                  </a:txBody>
                  <a:tcPr marL="170688" marR="170688" marT="85344" marB="85344"/>
                </a:tc>
                <a:tc>
                  <a:txBody>
                    <a:bodyPr/>
                    <a:lstStyle/>
                    <a:p>
                      <a:pPr marL="0" marR="0" lvl="0" indent="0" algn="l" defTabSz="170691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200" i="1" dirty="0" smtClean="0"/>
                        <a:t>H</a:t>
                      </a:r>
                    </a:p>
                  </a:txBody>
                  <a:tcPr marL="170688" marR="170688" marT="85344" marB="85344"/>
                </a:tc>
                <a:tc>
                  <a:txBody>
                    <a:bodyPr/>
                    <a:lstStyle/>
                    <a:p>
                      <a:r>
                        <a:rPr lang="en-US" sz="2200" i="1" dirty="0" smtClean="0"/>
                        <a:t>Add shielding and digital filter</a:t>
                      </a:r>
                      <a:endParaRPr lang="en-US" sz="2200" i="1" dirty="0"/>
                    </a:p>
                  </a:txBody>
                  <a:tcPr marL="170688" marR="170688" marT="85344" marB="85344"/>
                </a:tc>
              </a:tr>
              <a:tr h="502920">
                <a:tc>
                  <a:txBody>
                    <a:bodyPr/>
                    <a:lstStyle/>
                    <a:p>
                      <a:endParaRPr lang="en-US" sz="2200" dirty="0"/>
                    </a:p>
                  </a:txBody>
                  <a:tcPr marL="170688" marR="170688" marT="85344" marB="85344"/>
                </a:tc>
                <a:tc>
                  <a:txBody>
                    <a:bodyPr/>
                    <a:lstStyle/>
                    <a:p>
                      <a:endParaRPr lang="en-US" sz="2200" dirty="0"/>
                    </a:p>
                  </a:txBody>
                  <a:tcPr marL="170688" marR="170688" marT="85344" marB="85344"/>
                </a:tc>
                <a:tc>
                  <a:txBody>
                    <a:bodyPr/>
                    <a:lstStyle/>
                    <a:p>
                      <a:endParaRPr lang="en-US" sz="2200" dirty="0"/>
                    </a:p>
                  </a:txBody>
                  <a:tcPr marL="170688" marR="170688" marT="85344" marB="85344"/>
                </a:tc>
              </a:tr>
              <a:tr h="502920">
                <a:tc>
                  <a:txBody>
                    <a:bodyPr/>
                    <a:lstStyle/>
                    <a:p>
                      <a:endParaRPr lang="en-US" sz="2200" dirty="0"/>
                    </a:p>
                  </a:txBody>
                  <a:tcPr marL="170688" marR="170688" marT="85344" marB="85344"/>
                </a:tc>
                <a:tc>
                  <a:txBody>
                    <a:bodyPr/>
                    <a:lstStyle/>
                    <a:p>
                      <a:endParaRPr lang="en-US" sz="2200" dirty="0"/>
                    </a:p>
                  </a:txBody>
                  <a:tcPr marL="170688" marR="170688" marT="85344" marB="85344"/>
                </a:tc>
                <a:tc>
                  <a:txBody>
                    <a:bodyPr/>
                    <a:lstStyle/>
                    <a:p>
                      <a:endParaRPr lang="en-US" sz="2200" dirty="0"/>
                    </a:p>
                  </a:txBody>
                  <a:tcPr marL="170688" marR="170688" marT="85344" marB="85344"/>
                </a:tc>
              </a:tr>
            </a:tbl>
          </a:graphicData>
        </a:graphic>
      </p:graphicFrame>
      <p:grpSp>
        <p:nvGrpSpPr>
          <p:cNvPr id="54" name="Group 53"/>
          <p:cNvGrpSpPr/>
          <p:nvPr/>
        </p:nvGrpSpPr>
        <p:grpSpPr>
          <a:xfrm>
            <a:off x="895953" y="8539030"/>
            <a:ext cx="8280400" cy="3942529"/>
            <a:chOff x="13284940" y="8238801"/>
            <a:chExt cx="10498973" cy="4335576"/>
          </a:xfrm>
        </p:grpSpPr>
        <p:cxnSp>
          <p:nvCxnSpPr>
            <p:cNvPr id="36" name="Straight Arrow Connector 35"/>
            <p:cNvCxnSpPr/>
            <p:nvPr/>
          </p:nvCxnSpPr>
          <p:spPr>
            <a:xfrm>
              <a:off x="15649457" y="9283301"/>
              <a:ext cx="1699438" cy="1"/>
            </a:xfrm>
            <a:prstGeom prst="straightConnector1">
              <a:avLst/>
            </a:prstGeom>
            <a:ln w="635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Arrow Connector 36"/>
            <p:cNvCxnSpPr/>
            <p:nvPr/>
          </p:nvCxnSpPr>
          <p:spPr>
            <a:xfrm>
              <a:off x="19719957" y="9283303"/>
              <a:ext cx="1699437" cy="1"/>
            </a:xfrm>
            <a:prstGeom prst="straightConnector1">
              <a:avLst/>
            </a:prstGeom>
            <a:ln w="635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38" name="Picture 2" descr="Image result for muse eeg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3606302" y="10099408"/>
              <a:ext cx="1728336" cy="133386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39" name="Rounded Rectangle 38"/>
            <p:cNvSpPr/>
            <p:nvPr/>
          </p:nvSpPr>
          <p:spPr>
            <a:xfrm>
              <a:off x="21412852" y="8608135"/>
              <a:ext cx="2371061" cy="1350335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dirty="0"/>
                <a:t>Sphero</a:t>
              </a:r>
            </a:p>
            <a:p>
              <a:pPr algn="ctr"/>
              <a:r>
                <a:rPr lang="en-US" sz="1400" dirty="0"/>
                <a:t>Speed (0-1)</a:t>
              </a:r>
            </a:p>
          </p:txBody>
        </p:sp>
        <p:sp>
          <p:nvSpPr>
            <p:cNvPr id="40" name="Rounded Rectangle 39"/>
            <p:cNvSpPr/>
            <p:nvPr/>
          </p:nvSpPr>
          <p:spPr>
            <a:xfrm>
              <a:off x="13284940" y="8608135"/>
              <a:ext cx="2371061" cy="1350335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dirty="0" err="1" smtClean="0"/>
                <a:t>InteraXon</a:t>
              </a:r>
              <a:r>
                <a:rPr lang="en-US" sz="2000" dirty="0" smtClean="0"/>
                <a:t> </a:t>
              </a:r>
              <a:r>
                <a:rPr lang="en-US" sz="2000" dirty="0"/>
                <a:t>Muse</a:t>
              </a:r>
            </a:p>
            <a:p>
              <a:pPr algn="ctr"/>
              <a:r>
                <a:rPr lang="en-US" sz="1400" dirty="0"/>
                <a:t>EEG (µV)</a:t>
              </a:r>
            </a:p>
            <a:p>
              <a:pPr algn="ctr"/>
              <a:r>
                <a:rPr lang="en-US" sz="1400" dirty="0"/>
                <a:t>AF7, AF8, TP10, TP9</a:t>
              </a:r>
            </a:p>
          </p:txBody>
        </p:sp>
        <p:sp>
          <p:nvSpPr>
            <p:cNvPr id="41" name="Rounded Rectangle 40"/>
            <p:cNvSpPr/>
            <p:nvPr/>
          </p:nvSpPr>
          <p:spPr>
            <a:xfrm>
              <a:off x="17348896" y="8608135"/>
              <a:ext cx="2371061" cy="1350335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dirty="0"/>
                <a:t>Raspberry Pi + PC</a:t>
              </a:r>
            </a:p>
            <a:p>
              <a:pPr algn="ctr"/>
              <a:r>
                <a:rPr lang="en-US" sz="1400" dirty="0"/>
                <a:t>Average Engagement Index (0-1)</a:t>
              </a:r>
            </a:p>
          </p:txBody>
        </p:sp>
        <p:sp>
          <p:nvSpPr>
            <p:cNvPr id="42" name="TextBox 41"/>
            <p:cNvSpPr txBox="1"/>
            <p:nvPr/>
          </p:nvSpPr>
          <p:spPr>
            <a:xfrm>
              <a:off x="13291484" y="8238801"/>
              <a:ext cx="2364517" cy="439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dirty="0"/>
                <a:t>Input</a:t>
              </a:r>
            </a:p>
          </p:txBody>
        </p:sp>
        <p:sp>
          <p:nvSpPr>
            <p:cNvPr id="43" name="TextBox 42"/>
            <p:cNvSpPr txBox="1"/>
            <p:nvPr/>
          </p:nvSpPr>
          <p:spPr>
            <a:xfrm>
              <a:off x="17348895" y="8238801"/>
              <a:ext cx="2364517" cy="439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dirty="0"/>
                <a:t>Controls</a:t>
              </a:r>
            </a:p>
          </p:txBody>
        </p:sp>
        <p:sp>
          <p:nvSpPr>
            <p:cNvPr id="44" name="TextBox 43"/>
            <p:cNvSpPr txBox="1"/>
            <p:nvPr/>
          </p:nvSpPr>
          <p:spPr>
            <a:xfrm>
              <a:off x="21419396" y="8238801"/>
              <a:ext cx="2364517" cy="439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dirty="0"/>
                <a:t>Output</a:t>
              </a:r>
            </a:p>
          </p:txBody>
        </p:sp>
        <p:sp>
          <p:nvSpPr>
            <p:cNvPr id="45" name="TextBox 44"/>
            <p:cNvSpPr txBox="1"/>
            <p:nvPr/>
          </p:nvSpPr>
          <p:spPr>
            <a:xfrm>
              <a:off x="15656001" y="9331863"/>
              <a:ext cx="1692894" cy="11507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i="1" dirty="0"/>
                <a:t>muselsl</a:t>
              </a:r>
              <a:endParaRPr lang="en-US" sz="1600" i="1" baseline="30000" dirty="0"/>
            </a:p>
            <a:p>
              <a:pPr algn="ctr"/>
              <a:r>
                <a:rPr lang="en-US" sz="1600" dirty="0"/>
                <a:t>Python</a:t>
              </a:r>
            </a:p>
            <a:p>
              <a:pPr algn="ctr"/>
              <a:r>
                <a:rPr lang="en-US" sz="1000" dirty="0"/>
                <a:t>https://github.com/alexandrebarachant/muse-lsl</a:t>
              </a:r>
            </a:p>
          </p:txBody>
        </p:sp>
        <p:sp>
          <p:nvSpPr>
            <p:cNvPr id="46" name="TextBox 45"/>
            <p:cNvSpPr txBox="1"/>
            <p:nvPr/>
          </p:nvSpPr>
          <p:spPr>
            <a:xfrm>
              <a:off x="15642911" y="8872067"/>
              <a:ext cx="1692893" cy="439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dirty="0"/>
                <a:t>BTLE</a:t>
              </a:r>
            </a:p>
          </p:txBody>
        </p:sp>
        <p:pic>
          <p:nvPicPr>
            <p:cNvPr id="47" name="Picture 2" descr="https://encrypted-tbn0.gstatic.com/images?q=tbn:ANd9GcTGNSYwJSKwiOXoj4qoB7dWhto98lFYt0obXeMTw7UF4W6qLWIuIP018yOYljI&amp;usqp=CAc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2185928" y="10099408"/>
              <a:ext cx="1097037" cy="109703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48" name="TextBox 47"/>
            <p:cNvSpPr txBox="1"/>
            <p:nvPr/>
          </p:nvSpPr>
          <p:spPr>
            <a:xfrm>
              <a:off x="13488569" y="11457457"/>
              <a:ext cx="1963798" cy="60922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000" dirty="0"/>
                <a:t>~$200</a:t>
              </a:r>
            </a:p>
            <a:p>
              <a:pPr algn="ctr"/>
              <a:r>
                <a:rPr lang="en-US" sz="1000" dirty="0"/>
                <a:t>https://choosemuse.com/</a:t>
              </a:r>
            </a:p>
          </p:txBody>
        </p:sp>
        <p:sp>
          <p:nvSpPr>
            <p:cNvPr id="49" name="TextBox 48"/>
            <p:cNvSpPr txBox="1"/>
            <p:nvPr/>
          </p:nvSpPr>
          <p:spPr>
            <a:xfrm>
              <a:off x="21938516" y="11433277"/>
              <a:ext cx="1591852" cy="60922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000" dirty="0"/>
                <a:t>~$100</a:t>
              </a:r>
            </a:p>
            <a:p>
              <a:pPr algn="ctr"/>
              <a:r>
                <a:rPr lang="en-US" sz="1000" dirty="0"/>
                <a:t>https://sphero.com/</a:t>
              </a:r>
            </a:p>
          </p:txBody>
        </p:sp>
        <p:sp>
          <p:nvSpPr>
            <p:cNvPr id="50" name="TextBox 49"/>
            <p:cNvSpPr txBox="1"/>
            <p:nvPr/>
          </p:nvSpPr>
          <p:spPr>
            <a:xfrm>
              <a:off x="19719958" y="9331197"/>
              <a:ext cx="1692894" cy="11507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i="1" dirty="0"/>
                <a:t>spheroSpeed</a:t>
              </a:r>
            </a:p>
            <a:p>
              <a:pPr algn="ctr"/>
              <a:r>
                <a:rPr lang="en-US" sz="1600" dirty="0"/>
                <a:t>Python</a:t>
              </a:r>
            </a:p>
            <a:p>
              <a:pPr algn="ctr"/>
              <a:r>
                <a:rPr lang="en-US" sz="1000" dirty="0"/>
                <a:t>https://github.com/zdanowiczkonrad/PythonSphero</a:t>
              </a:r>
            </a:p>
          </p:txBody>
        </p:sp>
        <p:sp>
          <p:nvSpPr>
            <p:cNvPr id="51" name="TextBox 50"/>
            <p:cNvSpPr txBox="1"/>
            <p:nvPr/>
          </p:nvSpPr>
          <p:spPr>
            <a:xfrm>
              <a:off x="19706868" y="8871401"/>
              <a:ext cx="1692893" cy="439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dirty="0"/>
                <a:t>BTLE</a:t>
              </a:r>
            </a:p>
          </p:txBody>
        </p:sp>
        <p:sp>
          <p:nvSpPr>
            <p:cNvPr id="52" name="TextBox 51"/>
            <p:cNvSpPr txBox="1"/>
            <p:nvPr/>
          </p:nvSpPr>
          <p:spPr>
            <a:xfrm>
              <a:off x="16983207" y="11457458"/>
              <a:ext cx="3095899" cy="111691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000" dirty="0"/>
                <a:t>~$35</a:t>
              </a:r>
            </a:p>
            <a:p>
              <a:pPr algn="ctr"/>
              <a:r>
                <a:rPr lang="en-US" sz="1000" dirty="0"/>
                <a:t>https://www.raspberrypi.org/</a:t>
              </a:r>
            </a:p>
            <a:p>
              <a:pPr algn="ctr"/>
              <a:r>
                <a:rPr lang="en-US" sz="2000" dirty="0"/>
                <a:t>+ LSL</a:t>
              </a:r>
            </a:p>
            <a:p>
              <a:pPr algn="ctr"/>
              <a:r>
                <a:rPr lang="en-US" sz="1000" dirty="0"/>
                <a:t>https://github.com/sccn/labstreaminglayer</a:t>
              </a:r>
            </a:p>
          </p:txBody>
        </p:sp>
        <p:pic>
          <p:nvPicPr>
            <p:cNvPr id="53" name="Picture 52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7460278" y="9994337"/>
              <a:ext cx="2118307" cy="1409637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0" name="Table 2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3291124"/>
              </p:ext>
            </p:extLst>
          </p:nvPr>
        </p:nvGraphicFramePr>
        <p:xfrm>
          <a:off x="232749" y="8751271"/>
          <a:ext cx="16412994" cy="3870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902247"/>
                <a:gridCol w="10510747"/>
              </a:tblGrid>
              <a:tr h="502920">
                <a:tc gridSpan="2">
                  <a:txBody>
                    <a:bodyPr/>
                    <a:lstStyle/>
                    <a:p>
                      <a:pPr algn="ctr"/>
                      <a:r>
                        <a:rPr lang="en-US" sz="2200" dirty="0" smtClean="0"/>
                        <a:t>Team Summary</a:t>
                      </a:r>
                    </a:p>
                    <a:p>
                      <a:pPr algn="ctr"/>
                      <a:r>
                        <a:rPr lang="en-US" sz="2200" b="0" i="1" dirty="0" smtClean="0"/>
                        <a:t>Filled in by Scrum Master during Standup</a:t>
                      </a:r>
                      <a:endParaRPr lang="en-US" sz="2200" b="0" i="1" dirty="0"/>
                    </a:p>
                  </a:txBody>
                  <a:tcPr marL="170688" marR="170688" marT="85344" marB="85344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lang="en-US" sz="2200" b="1" dirty="0" smtClean="0"/>
                        <a:t>Question</a:t>
                      </a:r>
                      <a:endParaRPr lang="en-US" sz="2200" b="1" dirty="0"/>
                    </a:p>
                  </a:txBody>
                  <a:tcPr marL="170688" marR="170688" marT="85344" marB="85344"/>
                </a:tc>
                <a:tc>
                  <a:txBody>
                    <a:bodyPr/>
                    <a:lstStyle/>
                    <a:p>
                      <a:r>
                        <a:rPr lang="en-US" sz="2200" b="1" dirty="0" smtClean="0"/>
                        <a:t>Team Answer</a:t>
                      </a:r>
                      <a:endParaRPr lang="en-US" sz="2200" b="1" dirty="0"/>
                    </a:p>
                  </a:txBody>
                  <a:tcPr marL="170688" marR="170688" marT="85344" marB="85344"/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lang="en-US" sz="2200" i="0" dirty="0" smtClean="0"/>
                        <a:t>Are we on track for our sprint goal?</a:t>
                      </a:r>
                      <a:endParaRPr lang="en-US" sz="2200" i="0" dirty="0"/>
                    </a:p>
                  </a:txBody>
                  <a:tcPr marL="170688" marR="170688" marT="85344" marB="85344"/>
                </a:tc>
                <a:tc>
                  <a:txBody>
                    <a:bodyPr/>
                    <a:lstStyle/>
                    <a:p>
                      <a:pPr marL="0" marR="0" lvl="0" indent="0" algn="l" defTabSz="170691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200" i="1" dirty="0" smtClean="0"/>
                    </a:p>
                    <a:p>
                      <a:pPr marL="0" marR="0" lvl="0" indent="0" algn="l" defTabSz="170691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200" i="1" dirty="0" smtClean="0"/>
                    </a:p>
                  </a:txBody>
                  <a:tcPr marL="170688" marR="170688" marT="85344" marB="85344"/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lang="en-US" sz="2200" dirty="0" smtClean="0"/>
                        <a:t>Any major integration risks?</a:t>
                      </a:r>
                      <a:endParaRPr lang="en-US" sz="2200" dirty="0"/>
                    </a:p>
                  </a:txBody>
                  <a:tcPr marL="170688" marR="170688" marT="85344" marB="85344"/>
                </a:tc>
                <a:tc>
                  <a:txBody>
                    <a:bodyPr/>
                    <a:lstStyle/>
                    <a:p>
                      <a:endParaRPr lang="en-US" sz="2200" dirty="0" smtClean="0"/>
                    </a:p>
                    <a:p>
                      <a:endParaRPr lang="en-US" sz="2200" dirty="0" smtClean="0"/>
                    </a:p>
                  </a:txBody>
                  <a:tcPr marL="170688" marR="170688" marT="85344" marB="85344"/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lang="en-US" sz="2200" dirty="0" smtClean="0"/>
                        <a:t>Do we need instructor help?</a:t>
                      </a:r>
                      <a:endParaRPr lang="en-US" sz="2200" dirty="0"/>
                    </a:p>
                  </a:txBody>
                  <a:tcPr marL="170688" marR="170688" marT="85344" marB="85344"/>
                </a:tc>
                <a:tc>
                  <a:txBody>
                    <a:bodyPr/>
                    <a:lstStyle/>
                    <a:p>
                      <a:endParaRPr lang="en-US" sz="2200" dirty="0" smtClean="0"/>
                    </a:p>
                    <a:p>
                      <a:endParaRPr lang="en-US" sz="2200" dirty="0"/>
                    </a:p>
                  </a:txBody>
                  <a:tcPr marL="170688" marR="170688" marT="85344" marB="85344"/>
                </a:tc>
              </a:tr>
            </a:tbl>
          </a:graphicData>
        </a:graphic>
      </p:graphicFrame>
      <p:graphicFrame>
        <p:nvGraphicFramePr>
          <p:cNvPr id="31" name="Table 3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24605499"/>
              </p:ext>
            </p:extLst>
          </p:nvPr>
        </p:nvGraphicFramePr>
        <p:xfrm>
          <a:off x="236703" y="2093168"/>
          <a:ext cx="16412996" cy="6230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03249"/>
                <a:gridCol w="4103249"/>
                <a:gridCol w="4103249"/>
                <a:gridCol w="4103249"/>
              </a:tblGrid>
              <a:tr h="502920">
                <a:tc gridSpan="4">
                  <a:txBody>
                    <a:bodyPr/>
                    <a:lstStyle/>
                    <a:p>
                      <a:pPr algn="ctr"/>
                      <a:r>
                        <a:rPr lang="en-US" sz="2200" b="1" i="0" dirty="0" smtClean="0"/>
                        <a:t>Around</a:t>
                      </a:r>
                      <a:r>
                        <a:rPr lang="en-US" sz="2200" b="1" i="0" baseline="0" dirty="0" smtClean="0"/>
                        <a:t> the Room</a:t>
                      </a:r>
                    </a:p>
                    <a:p>
                      <a:pPr algn="ctr"/>
                      <a:r>
                        <a:rPr lang="en-US" sz="2200" b="0" i="1" baseline="0" dirty="0" smtClean="0"/>
                        <a:t>Filled in by each individual before or during Standup</a:t>
                      </a:r>
                      <a:endParaRPr lang="en-US" sz="2200" b="0" i="1" dirty="0"/>
                    </a:p>
                  </a:txBody>
                  <a:tcPr marL="170688" marR="170688" marT="85344" marB="85344" anchor="ctr"/>
                </a:tc>
                <a:tc hMerge="1"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lang="en-US" sz="2200" b="1" dirty="0" smtClean="0"/>
                        <a:t>Scrum Master</a:t>
                      </a:r>
                      <a:endParaRPr lang="en-US" sz="2200" b="1" dirty="0"/>
                    </a:p>
                  </a:txBody>
                  <a:tcPr marL="170688" marR="170688" marT="85344" marB="85344" anchor="ctr"/>
                </a:tc>
                <a:tc>
                  <a:txBody>
                    <a:bodyPr/>
                    <a:lstStyle/>
                    <a:p>
                      <a:r>
                        <a:rPr lang="en-US" sz="2200" b="1" dirty="0" smtClean="0"/>
                        <a:t>Hardware Lead</a:t>
                      </a:r>
                      <a:endParaRPr lang="en-US" sz="2200" b="1" dirty="0"/>
                    </a:p>
                  </a:txBody>
                  <a:tcPr marL="170688" marR="170688" marT="85344" marB="85344" anchor="ctr"/>
                </a:tc>
                <a:tc>
                  <a:txBody>
                    <a:bodyPr/>
                    <a:lstStyle/>
                    <a:p>
                      <a:r>
                        <a:rPr lang="en-US" sz="2200" b="1" dirty="0" smtClean="0"/>
                        <a:t>Software Lead</a:t>
                      </a:r>
                      <a:endParaRPr lang="en-US" sz="2200" b="1" dirty="0"/>
                    </a:p>
                  </a:txBody>
                  <a:tcPr marL="170688" marR="170688" marT="85344" marB="85344" anchor="ctr"/>
                </a:tc>
                <a:tc>
                  <a:txBody>
                    <a:bodyPr/>
                    <a:lstStyle/>
                    <a:p>
                      <a:r>
                        <a:rPr lang="en-US" sz="2200" b="1" dirty="0" smtClean="0"/>
                        <a:t>Integration Lead</a:t>
                      </a:r>
                      <a:endParaRPr lang="en-US" sz="2200" b="1" dirty="0"/>
                    </a:p>
                  </a:txBody>
                  <a:tcPr marL="170688" marR="170688" marT="85344" marB="85344" anchor="ctr"/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lang="en-US" sz="2200" i="1" dirty="0" smtClean="0"/>
                        <a:t>Name</a:t>
                      </a:r>
                      <a:endParaRPr lang="en-US" sz="2200" i="1" dirty="0"/>
                    </a:p>
                  </a:txBody>
                  <a:tcPr marL="170688" marR="170688" marT="85344" marB="85344"/>
                </a:tc>
                <a:tc>
                  <a:txBody>
                    <a:bodyPr/>
                    <a:lstStyle/>
                    <a:p>
                      <a:r>
                        <a:rPr lang="en-US" sz="2200" i="1" dirty="0" smtClean="0"/>
                        <a:t>Name</a:t>
                      </a:r>
                      <a:endParaRPr lang="en-US" sz="2200" i="1" dirty="0"/>
                    </a:p>
                  </a:txBody>
                  <a:tcPr marL="170688" marR="170688" marT="85344" marB="85344"/>
                </a:tc>
                <a:tc>
                  <a:txBody>
                    <a:bodyPr/>
                    <a:lstStyle/>
                    <a:p>
                      <a:r>
                        <a:rPr lang="en-US" sz="2200" i="1" dirty="0" smtClean="0"/>
                        <a:t>Name</a:t>
                      </a:r>
                      <a:endParaRPr lang="en-US" sz="2200" i="1" dirty="0"/>
                    </a:p>
                  </a:txBody>
                  <a:tcPr marL="170688" marR="170688" marT="85344" marB="85344"/>
                </a:tc>
                <a:tc>
                  <a:txBody>
                    <a:bodyPr/>
                    <a:lstStyle/>
                    <a:p>
                      <a:r>
                        <a:rPr lang="en-US" sz="2200" i="1" baseline="0" dirty="0" smtClean="0"/>
                        <a:t>Name</a:t>
                      </a:r>
                      <a:endParaRPr lang="en-US" sz="2200" i="1" dirty="0"/>
                    </a:p>
                  </a:txBody>
                  <a:tcPr marL="170688" marR="170688" marT="85344" marB="85344"/>
                </a:tc>
              </a:tr>
              <a:tr h="502920">
                <a:tc gridSpan="4">
                  <a:txBody>
                    <a:bodyPr/>
                    <a:lstStyle/>
                    <a:p>
                      <a:pPr algn="ctr"/>
                      <a:r>
                        <a:rPr lang="en-US" sz="2200" b="1" i="0" dirty="0" smtClean="0"/>
                        <a:t>What I completed since last</a:t>
                      </a:r>
                      <a:r>
                        <a:rPr lang="en-US" sz="2200" b="1" i="0" baseline="0" dirty="0" smtClean="0"/>
                        <a:t> standup</a:t>
                      </a:r>
                      <a:endParaRPr lang="en-US" sz="2200" b="1" i="0" dirty="0"/>
                    </a:p>
                  </a:txBody>
                  <a:tcPr marL="170688" marR="170688" marT="85344" marB="85344"/>
                </a:tc>
                <a:tc hMerge="1">
                  <a:txBody>
                    <a:bodyPr/>
                    <a:lstStyle/>
                    <a:p>
                      <a:endParaRPr lang="en-US" sz="2200" i="1" dirty="0"/>
                    </a:p>
                  </a:txBody>
                  <a:tcPr marL="170688" marR="170688" marT="85344" marB="85344"/>
                </a:tc>
                <a:tc hMerge="1">
                  <a:txBody>
                    <a:bodyPr/>
                    <a:lstStyle/>
                    <a:p>
                      <a:endParaRPr lang="en-US" sz="2200" i="1" dirty="0"/>
                    </a:p>
                  </a:txBody>
                  <a:tcPr marL="170688" marR="170688" marT="85344" marB="85344"/>
                </a:tc>
                <a:tc hMerge="1">
                  <a:txBody>
                    <a:bodyPr/>
                    <a:lstStyle/>
                    <a:p>
                      <a:endParaRPr lang="en-US" sz="2200" i="1" dirty="0"/>
                    </a:p>
                  </a:txBody>
                  <a:tcPr marL="170688" marR="170688" marT="85344" marB="85344"/>
                </a:tc>
              </a:tr>
              <a:tr h="502920">
                <a:tc>
                  <a:txBody>
                    <a:bodyPr/>
                    <a:lstStyle/>
                    <a:p>
                      <a:endParaRPr lang="en-US" sz="2200" i="1" dirty="0" smtClean="0"/>
                    </a:p>
                    <a:p>
                      <a:endParaRPr lang="en-US" sz="2200" i="1" dirty="0" smtClean="0"/>
                    </a:p>
                  </a:txBody>
                  <a:tcPr marL="170688" marR="170688" marT="85344" marB="85344"/>
                </a:tc>
                <a:tc>
                  <a:txBody>
                    <a:bodyPr/>
                    <a:lstStyle/>
                    <a:p>
                      <a:endParaRPr lang="en-US" sz="2200" i="1" dirty="0"/>
                    </a:p>
                  </a:txBody>
                  <a:tcPr marL="170688" marR="170688" marT="85344" marB="85344"/>
                </a:tc>
                <a:tc>
                  <a:txBody>
                    <a:bodyPr/>
                    <a:lstStyle/>
                    <a:p>
                      <a:endParaRPr lang="en-US" sz="2200" i="1" dirty="0"/>
                    </a:p>
                  </a:txBody>
                  <a:tcPr marL="170688" marR="170688" marT="85344" marB="85344"/>
                </a:tc>
                <a:tc>
                  <a:txBody>
                    <a:bodyPr/>
                    <a:lstStyle/>
                    <a:p>
                      <a:endParaRPr lang="en-US" sz="2200" i="1" dirty="0"/>
                    </a:p>
                  </a:txBody>
                  <a:tcPr marL="170688" marR="170688" marT="85344" marB="85344"/>
                </a:tc>
              </a:tr>
              <a:tr h="502920">
                <a:tc gridSpan="4">
                  <a:txBody>
                    <a:bodyPr/>
                    <a:lstStyle/>
                    <a:p>
                      <a:pPr algn="ctr"/>
                      <a:r>
                        <a:rPr lang="en-US" sz="2200" b="1" i="0" dirty="0" smtClean="0"/>
                        <a:t>What I’m working on today</a:t>
                      </a:r>
                      <a:endParaRPr lang="en-US" sz="2200" b="1" i="0" dirty="0"/>
                    </a:p>
                  </a:txBody>
                  <a:tcPr marL="170688" marR="170688" marT="85344" marB="85344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502920">
                <a:tc>
                  <a:txBody>
                    <a:bodyPr/>
                    <a:lstStyle/>
                    <a:p>
                      <a:endParaRPr lang="en-US" sz="2200" i="1" dirty="0" smtClean="0"/>
                    </a:p>
                    <a:p>
                      <a:endParaRPr lang="en-US" sz="2200" i="1" dirty="0"/>
                    </a:p>
                  </a:txBody>
                  <a:tcPr marL="170688" marR="170688" marT="85344" marB="85344"/>
                </a:tc>
                <a:tc>
                  <a:txBody>
                    <a:bodyPr/>
                    <a:lstStyle/>
                    <a:p>
                      <a:endParaRPr lang="en-US" sz="2200" i="1" dirty="0"/>
                    </a:p>
                  </a:txBody>
                  <a:tcPr marL="170688" marR="170688" marT="85344" marB="85344"/>
                </a:tc>
                <a:tc>
                  <a:txBody>
                    <a:bodyPr/>
                    <a:lstStyle/>
                    <a:p>
                      <a:endParaRPr lang="en-US" sz="2200" i="1" dirty="0"/>
                    </a:p>
                  </a:txBody>
                  <a:tcPr marL="170688" marR="170688" marT="85344" marB="85344"/>
                </a:tc>
                <a:tc>
                  <a:txBody>
                    <a:bodyPr/>
                    <a:lstStyle/>
                    <a:p>
                      <a:endParaRPr lang="en-US" sz="2200" i="1" dirty="0"/>
                    </a:p>
                  </a:txBody>
                  <a:tcPr marL="170688" marR="170688" marT="85344" marB="85344"/>
                </a:tc>
              </a:tr>
              <a:tr h="502920">
                <a:tc gridSpan="4">
                  <a:txBody>
                    <a:bodyPr/>
                    <a:lstStyle/>
                    <a:p>
                      <a:pPr algn="ctr"/>
                      <a:r>
                        <a:rPr lang="en-US" sz="2200" b="1" i="0" dirty="0" smtClean="0"/>
                        <a:t>Blockers</a:t>
                      </a:r>
                    </a:p>
                    <a:p>
                      <a:pPr algn="ctr"/>
                      <a:r>
                        <a:rPr lang="en-US" sz="2200" b="0" i="1" dirty="0" smtClean="0"/>
                        <a:t>(Be specific:</a:t>
                      </a:r>
                      <a:r>
                        <a:rPr lang="en-US" sz="2200" b="0" i="1" baseline="0" dirty="0" smtClean="0"/>
                        <a:t> hardware, code bug, merge conflict, unclear requirement, etc.)</a:t>
                      </a:r>
                      <a:endParaRPr lang="en-US" sz="2200" b="0" i="1" dirty="0"/>
                    </a:p>
                  </a:txBody>
                  <a:tcPr marL="170688" marR="170688" marT="85344" marB="85344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502920">
                <a:tc>
                  <a:txBody>
                    <a:bodyPr/>
                    <a:lstStyle/>
                    <a:p>
                      <a:endParaRPr lang="en-US" sz="2200" i="1" dirty="0" smtClean="0"/>
                    </a:p>
                    <a:p>
                      <a:endParaRPr lang="en-US" sz="2200" i="1" dirty="0"/>
                    </a:p>
                  </a:txBody>
                  <a:tcPr marL="170688" marR="170688" marT="85344" marB="85344"/>
                </a:tc>
                <a:tc>
                  <a:txBody>
                    <a:bodyPr/>
                    <a:lstStyle/>
                    <a:p>
                      <a:endParaRPr lang="en-US" sz="2200" i="1" dirty="0"/>
                    </a:p>
                  </a:txBody>
                  <a:tcPr marL="170688" marR="170688" marT="85344" marB="85344"/>
                </a:tc>
                <a:tc>
                  <a:txBody>
                    <a:bodyPr/>
                    <a:lstStyle/>
                    <a:p>
                      <a:endParaRPr lang="en-US" sz="2200" i="1" dirty="0"/>
                    </a:p>
                  </a:txBody>
                  <a:tcPr marL="170688" marR="170688" marT="85344" marB="85344"/>
                </a:tc>
                <a:tc>
                  <a:txBody>
                    <a:bodyPr/>
                    <a:lstStyle/>
                    <a:p>
                      <a:endParaRPr lang="en-US" sz="2200" i="1" dirty="0"/>
                    </a:p>
                  </a:txBody>
                  <a:tcPr marL="170688" marR="170688" marT="85344" marB="85344"/>
                </a:tc>
              </a:tr>
            </a:tbl>
          </a:graphicData>
        </a:graphic>
      </p:graphicFrame>
      <p:graphicFrame>
        <p:nvGraphicFramePr>
          <p:cNvPr id="33" name="Table 3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83307194"/>
              </p:ext>
            </p:extLst>
          </p:nvPr>
        </p:nvGraphicFramePr>
        <p:xfrm>
          <a:off x="16944181" y="2093168"/>
          <a:ext cx="6624689" cy="2865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24683"/>
                <a:gridCol w="1200006"/>
              </a:tblGrid>
              <a:tr h="457200">
                <a:tc gridSpan="2">
                  <a:txBody>
                    <a:bodyPr/>
                    <a:lstStyle/>
                    <a:p>
                      <a:pPr algn="ctr"/>
                      <a:r>
                        <a:rPr lang="en-US" sz="2200" dirty="0" smtClean="0"/>
                        <a:t>GitHub Metrics</a:t>
                      </a:r>
                    </a:p>
                    <a:p>
                      <a:pPr algn="ctr"/>
                      <a:r>
                        <a:rPr lang="en-US" sz="2200" b="0" i="1" dirty="0" smtClean="0"/>
                        <a:t>Filled in by Software Lead before or during Standup</a:t>
                      </a:r>
                      <a:endParaRPr lang="en-US" sz="2200" b="0" i="1" dirty="0"/>
                    </a:p>
                  </a:txBody>
                  <a:tcPr marL="170688" marR="170688" marT="85344" marB="85344" anchor="ctr"/>
                </a:tc>
                <a:tc hMerge="1"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lang="en-US" sz="2200" b="1" dirty="0" smtClean="0"/>
                        <a:t>Metric</a:t>
                      </a:r>
                    </a:p>
                  </a:txBody>
                  <a:tcPr marL="170688" marR="170688" marT="85344" marB="85344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200" b="1" dirty="0" smtClean="0"/>
                        <a:t>Value</a:t>
                      </a:r>
                    </a:p>
                  </a:txBody>
                  <a:tcPr marL="170688" marR="170688" marT="85344" marB="85344"/>
                </a:tc>
              </a:tr>
              <a:tr h="4572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200" i="0" dirty="0" smtClean="0"/>
                        <a:t># Commits</a:t>
                      </a:r>
                    </a:p>
                  </a:txBody>
                  <a:tcPr marL="170688" marR="170688" marT="85344" marB="85344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200" i="1" dirty="0" smtClean="0"/>
                    </a:p>
                  </a:txBody>
                  <a:tcPr marL="170688" marR="170688" marT="85344" marB="85344"/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lang="en-US" sz="2200" i="0" dirty="0" smtClean="0"/>
                        <a:t># Contributors</a:t>
                      </a:r>
                      <a:endParaRPr lang="en-US" sz="2200" i="0" dirty="0"/>
                    </a:p>
                  </a:txBody>
                  <a:tcPr marL="170688" marR="170688" marT="85344" marB="85344"/>
                </a:tc>
                <a:tc>
                  <a:txBody>
                    <a:bodyPr/>
                    <a:lstStyle/>
                    <a:p>
                      <a:pPr algn="l"/>
                      <a:endParaRPr lang="en-US" sz="2200" i="1" dirty="0" smtClean="0"/>
                    </a:p>
                  </a:txBody>
                  <a:tcPr marL="170688" marR="170688" marT="85344" marB="85344"/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lang="en-US" sz="2200" i="0" dirty="0" smtClean="0"/>
                        <a:t># Files</a:t>
                      </a:r>
                      <a:r>
                        <a:rPr lang="en-US" sz="2200" i="0" baseline="0" dirty="0" smtClean="0"/>
                        <a:t> Changed</a:t>
                      </a:r>
                      <a:endParaRPr lang="en-US" sz="2200" i="0" dirty="0"/>
                    </a:p>
                  </a:txBody>
                  <a:tcPr marL="170688" marR="170688" marT="85344" marB="85344"/>
                </a:tc>
                <a:tc>
                  <a:txBody>
                    <a:bodyPr/>
                    <a:lstStyle/>
                    <a:p>
                      <a:pPr algn="l"/>
                      <a:endParaRPr lang="en-US" sz="2200" i="1" dirty="0" smtClean="0"/>
                    </a:p>
                  </a:txBody>
                  <a:tcPr marL="170688" marR="170688" marT="85344" marB="85344"/>
                </a:tc>
              </a:tr>
            </a:tbl>
          </a:graphicData>
        </a:graphic>
      </p:graphicFrame>
      <p:graphicFrame>
        <p:nvGraphicFramePr>
          <p:cNvPr id="34" name="Table 3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39396429"/>
              </p:ext>
            </p:extLst>
          </p:nvPr>
        </p:nvGraphicFramePr>
        <p:xfrm>
          <a:off x="16944181" y="5208224"/>
          <a:ext cx="6624689" cy="72481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04383"/>
                <a:gridCol w="3320306"/>
              </a:tblGrid>
              <a:tr h="457200">
                <a:tc gridSpan="2">
                  <a:txBody>
                    <a:bodyPr/>
                    <a:lstStyle/>
                    <a:p>
                      <a:pPr algn="ctr"/>
                      <a:r>
                        <a:rPr lang="en-US" sz="2200" dirty="0" smtClean="0"/>
                        <a:t>Hardware List</a:t>
                      </a:r>
                    </a:p>
                    <a:p>
                      <a:pPr algn="ctr"/>
                      <a:r>
                        <a:rPr lang="en-US" sz="2200" b="0" i="1" dirty="0" smtClean="0"/>
                        <a:t>Filled in by Hardware Lead before or during Standup</a:t>
                      </a:r>
                      <a:endParaRPr lang="en-US" sz="2200" b="0" i="1" dirty="0"/>
                    </a:p>
                  </a:txBody>
                  <a:tcPr marL="170688" marR="170688" marT="85344" marB="85344" anchor="ctr"/>
                </a:tc>
                <a:tc hMerge="1"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lang="en-US" sz="2200" b="1" dirty="0" smtClean="0"/>
                        <a:t>Item</a:t>
                      </a:r>
                    </a:p>
                  </a:txBody>
                  <a:tcPr marL="170688" marR="170688" marT="85344" marB="85344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200" b="1" dirty="0" smtClean="0"/>
                        <a:t>Status</a:t>
                      </a:r>
                    </a:p>
                  </a:txBody>
                  <a:tcPr marL="170688" marR="170688" marT="85344" marB="85344"/>
                </a:tc>
              </a:tr>
              <a:tr h="4572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200" i="1" dirty="0" err="1" smtClean="0"/>
                        <a:t>Mikroe</a:t>
                      </a:r>
                      <a:r>
                        <a:rPr lang="en-US" sz="2200" i="1" dirty="0" smtClean="0"/>
                        <a:t> EEG</a:t>
                      </a:r>
                      <a:r>
                        <a:rPr lang="en-US" sz="2200" i="1" baseline="0" dirty="0" smtClean="0"/>
                        <a:t> Click Board</a:t>
                      </a:r>
                      <a:endParaRPr lang="en-US" sz="2200" i="1" dirty="0" smtClean="0"/>
                    </a:p>
                  </a:txBody>
                  <a:tcPr marL="170688" marR="170688" marT="85344" marB="85344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200" i="1" dirty="0" smtClean="0"/>
                        <a:t>In</a:t>
                      </a:r>
                      <a:r>
                        <a:rPr lang="en-US" sz="2200" i="1" baseline="0" dirty="0" smtClean="0"/>
                        <a:t> team’s possession</a:t>
                      </a:r>
                      <a:endParaRPr lang="en-US" sz="2200" i="1" dirty="0" smtClean="0"/>
                    </a:p>
                  </a:txBody>
                  <a:tcPr marL="170688" marR="170688" marT="85344" marB="85344"/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lang="en-US" sz="2200" i="1" dirty="0" err="1" smtClean="0"/>
                        <a:t>Mikroe</a:t>
                      </a:r>
                      <a:r>
                        <a:rPr lang="en-US" sz="2200" i="1" dirty="0" smtClean="0"/>
                        <a:t> Shield</a:t>
                      </a:r>
                      <a:endParaRPr lang="en-US" sz="2200" i="1" dirty="0"/>
                    </a:p>
                  </a:txBody>
                  <a:tcPr marL="170688" marR="170688" marT="85344" marB="85344"/>
                </a:tc>
                <a:tc>
                  <a:txBody>
                    <a:bodyPr/>
                    <a:lstStyle/>
                    <a:p>
                      <a:pPr marL="0" marR="0" lvl="0" indent="0" algn="l" defTabSz="170691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200" i="1" dirty="0" smtClean="0"/>
                        <a:t>In</a:t>
                      </a:r>
                      <a:r>
                        <a:rPr lang="en-US" sz="2200" i="1" baseline="0" dirty="0" smtClean="0"/>
                        <a:t> team’s possession</a:t>
                      </a:r>
                      <a:endParaRPr lang="en-US" sz="2200" i="1" dirty="0" smtClean="0"/>
                    </a:p>
                  </a:txBody>
                  <a:tcPr marL="170688" marR="170688" marT="85344" marB="85344"/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lang="en-US" sz="2200" i="1" dirty="0" smtClean="0"/>
                        <a:t>Arduino</a:t>
                      </a:r>
                      <a:r>
                        <a:rPr lang="en-US" sz="2200" i="1" baseline="0" dirty="0" smtClean="0"/>
                        <a:t> Uno</a:t>
                      </a:r>
                      <a:endParaRPr lang="en-US" sz="2200" i="1" dirty="0"/>
                    </a:p>
                  </a:txBody>
                  <a:tcPr marL="170688" marR="170688" marT="85344" marB="85344"/>
                </a:tc>
                <a:tc>
                  <a:txBody>
                    <a:bodyPr/>
                    <a:lstStyle/>
                    <a:p>
                      <a:pPr marL="0" marR="0" lvl="0" indent="0" algn="l" defTabSz="170691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200" i="1" dirty="0" smtClean="0"/>
                        <a:t>In</a:t>
                      </a:r>
                      <a:r>
                        <a:rPr lang="en-US" sz="2200" i="1" baseline="0" dirty="0" smtClean="0"/>
                        <a:t> team’s possession</a:t>
                      </a:r>
                      <a:endParaRPr lang="en-US" sz="2200" i="1" dirty="0" smtClean="0"/>
                    </a:p>
                  </a:txBody>
                  <a:tcPr marL="170688" marR="170688" marT="85344" marB="85344"/>
                </a:tc>
              </a:tr>
              <a:tr h="423209">
                <a:tc>
                  <a:txBody>
                    <a:bodyPr/>
                    <a:lstStyle/>
                    <a:p>
                      <a:pPr algn="l"/>
                      <a:r>
                        <a:rPr lang="en-US" sz="2200" i="1" dirty="0" smtClean="0"/>
                        <a:t>RC Car</a:t>
                      </a:r>
                      <a:endParaRPr lang="en-US" sz="2200" i="1" dirty="0"/>
                    </a:p>
                  </a:txBody>
                  <a:tcPr marL="170688" marR="170688" marT="85344" marB="85344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200" i="1" dirty="0" smtClean="0"/>
                        <a:t>Submitted for purchase request, ETA Date</a:t>
                      </a:r>
                    </a:p>
                  </a:txBody>
                  <a:tcPr marL="170688" marR="170688" marT="85344" marB="85344"/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endParaRPr lang="en-US" sz="2200" i="1" dirty="0"/>
                    </a:p>
                  </a:txBody>
                  <a:tcPr marL="170688" marR="170688" marT="85344" marB="85344"/>
                </a:tc>
                <a:tc>
                  <a:txBody>
                    <a:bodyPr/>
                    <a:lstStyle/>
                    <a:p>
                      <a:pPr algn="l"/>
                      <a:endParaRPr lang="en-US" sz="2200" i="1" dirty="0" smtClean="0"/>
                    </a:p>
                  </a:txBody>
                  <a:tcPr marL="170688" marR="170688" marT="85344" marB="85344"/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endParaRPr lang="en-US" sz="2200" i="1" dirty="0"/>
                    </a:p>
                  </a:txBody>
                  <a:tcPr marL="170688" marR="170688" marT="85344" marB="85344"/>
                </a:tc>
                <a:tc>
                  <a:txBody>
                    <a:bodyPr/>
                    <a:lstStyle/>
                    <a:p>
                      <a:pPr algn="l"/>
                      <a:endParaRPr lang="en-US" sz="2200" i="1" dirty="0" smtClean="0"/>
                    </a:p>
                  </a:txBody>
                  <a:tcPr marL="170688" marR="170688" marT="85344" marB="85344"/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endParaRPr lang="en-US" sz="2200" i="1" dirty="0"/>
                    </a:p>
                  </a:txBody>
                  <a:tcPr marL="170688" marR="170688" marT="85344" marB="85344"/>
                </a:tc>
                <a:tc>
                  <a:txBody>
                    <a:bodyPr/>
                    <a:lstStyle/>
                    <a:p>
                      <a:pPr algn="l"/>
                      <a:endParaRPr lang="en-US" sz="2200" i="1" dirty="0" smtClean="0"/>
                    </a:p>
                  </a:txBody>
                  <a:tcPr marL="170688" marR="170688" marT="85344" marB="85344"/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endParaRPr lang="en-US" sz="2200" i="1" dirty="0"/>
                    </a:p>
                  </a:txBody>
                  <a:tcPr marL="170688" marR="170688" marT="85344" marB="85344"/>
                </a:tc>
                <a:tc>
                  <a:txBody>
                    <a:bodyPr/>
                    <a:lstStyle/>
                    <a:p>
                      <a:pPr algn="l"/>
                      <a:endParaRPr lang="en-US" sz="2200" i="1" dirty="0" smtClean="0"/>
                    </a:p>
                  </a:txBody>
                  <a:tcPr marL="170688" marR="170688" marT="85344" marB="85344"/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endParaRPr lang="en-US" sz="2200" i="1" dirty="0"/>
                    </a:p>
                  </a:txBody>
                  <a:tcPr marL="170688" marR="170688" marT="85344" marB="85344"/>
                </a:tc>
                <a:tc>
                  <a:txBody>
                    <a:bodyPr/>
                    <a:lstStyle/>
                    <a:p>
                      <a:pPr algn="l"/>
                      <a:endParaRPr lang="en-US" sz="2200" i="1" dirty="0" smtClean="0"/>
                    </a:p>
                  </a:txBody>
                  <a:tcPr marL="170688" marR="170688" marT="85344" marB="85344"/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endParaRPr lang="en-US" sz="2200" i="1" dirty="0"/>
                    </a:p>
                  </a:txBody>
                  <a:tcPr marL="170688" marR="170688" marT="85344" marB="85344"/>
                </a:tc>
                <a:tc>
                  <a:txBody>
                    <a:bodyPr/>
                    <a:lstStyle/>
                    <a:p>
                      <a:pPr algn="l"/>
                      <a:endParaRPr lang="en-US" sz="2200" i="1" dirty="0" smtClean="0"/>
                    </a:p>
                  </a:txBody>
                  <a:tcPr marL="170688" marR="170688" marT="85344" marB="85344"/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endParaRPr lang="en-US" sz="2200" i="1" dirty="0"/>
                    </a:p>
                  </a:txBody>
                  <a:tcPr marL="170688" marR="170688" marT="85344" marB="85344"/>
                </a:tc>
                <a:tc>
                  <a:txBody>
                    <a:bodyPr/>
                    <a:lstStyle/>
                    <a:p>
                      <a:pPr algn="l"/>
                      <a:endParaRPr lang="en-US" sz="2200" i="1" dirty="0" smtClean="0"/>
                    </a:p>
                  </a:txBody>
                  <a:tcPr marL="170688" marR="170688" marT="85344" marB="85344"/>
                </a:tc>
              </a:tr>
            </a:tbl>
          </a:graphicData>
        </a:graphic>
      </p:graphicFrame>
      <p:graphicFrame>
        <p:nvGraphicFramePr>
          <p:cNvPr id="35" name="Table 3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46428059"/>
              </p:ext>
            </p:extLst>
          </p:nvPr>
        </p:nvGraphicFramePr>
        <p:xfrm>
          <a:off x="236705" y="221210"/>
          <a:ext cx="9557588" cy="5059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78794"/>
                <a:gridCol w="4778794"/>
              </a:tblGrid>
              <a:tr h="502920">
                <a:tc>
                  <a:txBody>
                    <a:bodyPr/>
                    <a:lstStyle/>
                    <a:p>
                      <a:r>
                        <a:rPr lang="en-US" sz="2200" dirty="0" smtClean="0"/>
                        <a:t>Team: </a:t>
                      </a:r>
                      <a:r>
                        <a:rPr lang="en-US" sz="2200" b="0" i="1" dirty="0" smtClean="0"/>
                        <a:t>Name (Abbreviated</a:t>
                      </a:r>
                      <a:r>
                        <a:rPr lang="en-US" sz="2200" b="0" i="1" baseline="0" dirty="0" smtClean="0"/>
                        <a:t> Name)</a:t>
                      </a:r>
                      <a:endParaRPr lang="en-US" sz="2200" b="0" i="1" dirty="0"/>
                    </a:p>
                  </a:txBody>
                  <a:tcPr marL="170688" marR="170688" marT="85344" marB="85344" anchor="ctr"/>
                </a:tc>
                <a:tc>
                  <a:txBody>
                    <a:bodyPr/>
                    <a:lstStyle/>
                    <a:p>
                      <a:r>
                        <a:rPr lang="en-US" sz="2200" b="1" i="0" dirty="0" smtClean="0"/>
                        <a:t>GitHub: </a:t>
                      </a:r>
                      <a:r>
                        <a:rPr lang="en-US" sz="2200" b="0" i="1" dirty="0" smtClean="0"/>
                        <a:t>Link</a:t>
                      </a:r>
                      <a:endParaRPr lang="en-US" sz="2200" b="0" i="1" dirty="0"/>
                    </a:p>
                  </a:txBody>
                  <a:tcPr marL="170688" marR="170688" marT="85344" marB="85344" anchor="ctr"/>
                </a:tc>
              </a:tr>
            </a:tbl>
          </a:graphicData>
        </a:graphic>
      </p:graphicFrame>
      <p:graphicFrame>
        <p:nvGraphicFramePr>
          <p:cNvPr id="55" name="Table 5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9272122"/>
              </p:ext>
            </p:extLst>
          </p:nvPr>
        </p:nvGraphicFramePr>
        <p:xfrm>
          <a:off x="232749" y="1046287"/>
          <a:ext cx="9557588" cy="5059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04111"/>
                <a:gridCol w="3476739"/>
                <a:gridCol w="3476738"/>
              </a:tblGrid>
              <a:tr h="438176">
                <a:tc>
                  <a:txBody>
                    <a:bodyPr/>
                    <a:lstStyle/>
                    <a:p>
                      <a:r>
                        <a:rPr lang="en-US" sz="2200" dirty="0" smtClean="0"/>
                        <a:t>Sprint: </a:t>
                      </a:r>
                      <a:r>
                        <a:rPr lang="en-US" sz="2200" b="0" i="1" dirty="0" smtClean="0"/>
                        <a:t>#</a:t>
                      </a:r>
                      <a:endParaRPr lang="en-US" sz="2200" b="0" i="1" dirty="0"/>
                    </a:p>
                  </a:txBody>
                  <a:tcPr marL="170688" marR="170688" marT="85344" marB="85344" anchor="ctr"/>
                </a:tc>
                <a:tc>
                  <a:txBody>
                    <a:bodyPr/>
                    <a:lstStyle/>
                    <a:p>
                      <a:r>
                        <a:rPr lang="en-US" sz="2200" dirty="0" smtClean="0"/>
                        <a:t>Start: </a:t>
                      </a:r>
                      <a:r>
                        <a:rPr lang="en-US" sz="2200" b="0" i="1" dirty="0" smtClean="0"/>
                        <a:t>Date </a:t>
                      </a:r>
                    </a:p>
                  </a:txBody>
                  <a:tcPr marL="170688" marR="170688" marT="85344" marB="85344" anchor="ctr"/>
                </a:tc>
                <a:tc>
                  <a:txBody>
                    <a:bodyPr/>
                    <a:lstStyle/>
                    <a:p>
                      <a:r>
                        <a:rPr lang="en-US" sz="2200" b="1" i="0" dirty="0" smtClean="0"/>
                        <a:t>End: </a:t>
                      </a:r>
                      <a:r>
                        <a:rPr lang="en-US" sz="2200" b="0" i="1" dirty="0" smtClean="0"/>
                        <a:t>Date</a:t>
                      </a:r>
                      <a:endParaRPr lang="en-US" sz="2200" b="0" i="1" dirty="0"/>
                    </a:p>
                  </a:txBody>
                  <a:tcPr marL="170688" marR="170688" marT="85344" marB="85344" anchor="ctr"/>
                </a:tc>
              </a:tr>
            </a:tbl>
          </a:graphicData>
        </a:graphic>
      </p:graphicFrame>
      <p:sp>
        <p:nvSpPr>
          <p:cNvPr id="56" name="TextBox 55"/>
          <p:cNvSpPr txBox="1"/>
          <p:nvPr/>
        </p:nvSpPr>
        <p:spPr>
          <a:xfrm>
            <a:off x="10006653" y="254366"/>
            <a:ext cx="13562217" cy="10116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987" b="1" dirty="0" smtClean="0"/>
              <a:t>Standup </a:t>
            </a:r>
            <a:r>
              <a:rPr sz="2987" b="1" dirty="0" smtClean="0"/>
              <a:t>Board</a:t>
            </a:r>
            <a:endParaRPr lang="en-US" sz="2987" b="1" dirty="0"/>
          </a:p>
          <a:p>
            <a:pPr algn="ctr"/>
            <a:r>
              <a:rPr lang="en-US" sz="2987" dirty="0" smtClean="0"/>
              <a:t>Go </a:t>
            </a:r>
            <a:r>
              <a:rPr lang="en-US" sz="2987" i="1" dirty="0" smtClean="0"/>
              <a:t>around the room </a:t>
            </a:r>
            <a:r>
              <a:rPr lang="en-US" sz="2987" dirty="0" smtClean="0"/>
              <a:t>and prepare a </a:t>
            </a:r>
            <a:r>
              <a:rPr lang="en-US" sz="2987" i="1" dirty="0" smtClean="0"/>
              <a:t>team summary </a:t>
            </a:r>
            <a:r>
              <a:rPr lang="en-US" sz="2987" dirty="0" smtClean="0"/>
              <a:t>of progress.</a:t>
            </a:r>
            <a:endParaRPr sz="2987" dirty="0"/>
          </a:p>
        </p:txBody>
      </p:sp>
    </p:spTree>
    <p:extLst>
      <p:ext uri="{BB962C8B-B14F-4D97-AF65-F5344CB8AC3E}">
        <p14:creationId xmlns:p14="http://schemas.microsoft.com/office/powerpoint/2010/main" val="784421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55352643"/>
              </p:ext>
            </p:extLst>
          </p:nvPr>
        </p:nvGraphicFramePr>
        <p:xfrm>
          <a:off x="232748" y="1866401"/>
          <a:ext cx="12454551" cy="23530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454551"/>
              </a:tblGrid>
              <a:tr h="438176">
                <a:tc>
                  <a:txBody>
                    <a:bodyPr/>
                    <a:lstStyle/>
                    <a:p>
                      <a:r>
                        <a:rPr lang="en-US" sz="2200" b="1" dirty="0" smtClean="0"/>
                        <a:t>Sprint</a:t>
                      </a:r>
                      <a:r>
                        <a:rPr lang="en-US" sz="2200" b="1" baseline="0" dirty="0" smtClean="0"/>
                        <a:t> Goal Recap</a:t>
                      </a:r>
                      <a:endParaRPr lang="en-US" sz="2200" b="1" dirty="0"/>
                    </a:p>
                  </a:txBody>
                  <a:tcPr marL="170688" marR="170688" marT="85344" marB="85344"/>
                </a:tc>
              </a:tr>
              <a:tr h="502920">
                <a:tc>
                  <a:txBody>
                    <a:bodyPr/>
                    <a:lstStyle/>
                    <a:p>
                      <a:pPr marL="0" indent="0">
                        <a:buFont typeface="Wingdings" panose="05000000000000000000" pitchFamily="2" charset="2"/>
                        <a:buNone/>
                      </a:pPr>
                      <a:r>
                        <a:rPr lang="en-US" sz="2200" i="1" baseline="0" dirty="0" smtClean="0"/>
                        <a:t>(1-2 sentences) Did you achieve it? Provide evidence – demo link, repo link, etc.</a:t>
                      </a:r>
                    </a:p>
                    <a:p>
                      <a:pPr marL="0" indent="0">
                        <a:buFont typeface="Wingdings" panose="05000000000000000000" pitchFamily="2" charset="2"/>
                        <a:buNone/>
                      </a:pPr>
                      <a:endParaRPr lang="en-US" sz="2200" i="1" baseline="0" dirty="0" smtClean="0"/>
                    </a:p>
                    <a:p>
                      <a:pPr marL="0" indent="0">
                        <a:buFont typeface="Wingdings" panose="05000000000000000000" pitchFamily="2" charset="2"/>
                        <a:buNone/>
                      </a:pPr>
                      <a:endParaRPr lang="en-US" sz="2200" i="1" baseline="0" dirty="0" smtClean="0"/>
                    </a:p>
                    <a:p>
                      <a:pPr marL="0" indent="0">
                        <a:buFont typeface="Wingdings" panose="05000000000000000000" pitchFamily="2" charset="2"/>
                        <a:buNone/>
                      </a:pPr>
                      <a:endParaRPr lang="en-US" sz="2200" i="1" baseline="0" dirty="0" smtClean="0"/>
                    </a:p>
                    <a:p>
                      <a:endParaRPr lang="en-US" sz="2200" i="1" dirty="0" smtClean="0"/>
                    </a:p>
                  </a:txBody>
                  <a:tcPr marL="170688" marR="170688" marT="85344" marB="85344"/>
                </a:tc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50546635"/>
              </p:ext>
            </p:extLst>
          </p:nvPr>
        </p:nvGraphicFramePr>
        <p:xfrm>
          <a:off x="236705" y="4563818"/>
          <a:ext cx="12450594" cy="33588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25297"/>
                <a:gridCol w="6225297"/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en-US" sz="2200" dirty="0" smtClean="0"/>
                        <a:t>What Went</a:t>
                      </a:r>
                      <a:r>
                        <a:rPr lang="en-US" sz="2200" baseline="0" dirty="0" smtClean="0"/>
                        <a:t> Well?</a:t>
                      </a:r>
                      <a:endParaRPr lang="en-US" sz="2200" dirty="0"/>
                    </a:p>
                  </a:txBody>
                  <a:tcPr marL="170688" marR="170688" marT="85344" marB="85344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 smtClean="0"/>
                        <a:t>What Didn’t Go Well?</a:t>
                      </a:r>
                      <a:endParaRPr lang="en-US" sz="2200" dirty="0"/>
                    </a:p>
                  </a:txBody>
                  <a:tcPr marL="170688" marR="170688" marT="85344" marB="85344" anchor="ctr"/>
                </a:tc>
              </a:tr>
              <a:tr h="457200">
                <a:tc>
                  <a:txBody>
                    <a:bodyPr/>
                    <a:lstStyle/>
                    <a:p>
                      <a:pPr marL="342900" indent="-342900" algn="l">
                        <a:buFont typeface="Arial" panose="020B0604020202020204" pitchFamily="34" charset="0"/>
                        <a:buChar char="•"/>
                      </a:pPr>
                      <a:r>
                        <a:rPr lang="en-US" sz="2200" b="0" i="1" dirty="0" smtClean="0"/>
                        <a:t>Signal filtering worked earlier than expected</a:t>
                      </a:r>
                    </a:p>
                    <a:p>
                      <a:pPr marL="342900" indent="-342900" algn="l">
                        <a:buFont typeface="Arial" panose="020B0604020202020204" pitchFamily="34" charset="0"/>
                        <a:buChar char="•"/>
                      </a:pPr>
                      <a:r>
                        <a:rPr lang="en-US" sz="2200" b="0" i="1" dirty="0" smtClean="0"/>
                        <a:t>Good GitHub collaboration</a:t>
                      </a:r>
                    </a:p>
                    <a:p>
                      <a:pPr marL="342900" indent="-342900" algn="l">
                        <a:buFont typeface="Arial" panose="020B0604020202020204" pitchFamily="34" charset="0"/>
                        <a:buChar char="•"/>
                      </a:pPr>
                      <a:endParaRPr lang="en-US" sz="2200" b="0" dirty="0" smtClean="0"/>
                    </a:p>
                    <a:p>
                      <a:pPr marL="342900" indent="-342900" algn="l">
                        <a:buFont typeface="Arial" panose="020B0604020202020204" pitchFamily="34" charset="0"/>
                        <a:buChar char="•"/>
                      </a:pPr>
                      <a:endParaRPr lang="en-US" sz="2200" b="0" dirty="0" smtClean="0"/>
                    </a:p>
                    <a:p>
                      <a:pPr marL="342900" indent="-342900" algn="l">
                        <a:buFont typeface="Arial" panose="020B0604020202020204" pitchFamily="34" charset="0"/>
                        <a:buChar char="•"/>
                      </a:pPr>
                      <a:endParaRPr lang="en-US" sz="2200" b="0" dirty="0" smtClean="0"/>
                    </a:p>
                    <a:p>
                      <a:pPr marL="342900" indent="-342900" algn="l">
                        <a:buFont typeface="Arial" panose="020B0604020202020204" pitchFamily="34" charset="0"/>
                        <a:buChar char="•"/>
                      </a:pPr>
                      <a:endParaRPr lang="en-US" sz="2200" b="0" dirty="0" smtClean="0"/>
                    </a:p>
                    <a:p>
                      <a:pPr marL="342900" indent="-342900" algn="l">
                        <a:buFont typeface="Arial" panose="020B0604020202020204" pitchFamily="34" charset="0"/>
                        <a:buChar char="•"/>
                      </a:pPr>
                      <a:endParaRPr lang="en-US" sz="2200" b="0" dirty="0" smtClean="0"/>
                    </a:p>
                    <a:p>
                      <a:pPr marL="342900" indent="-342900" algn="l">
                        <a:buFont typeface="Arial" panose="020B0604020202020204" pitchFamily="34" charset="0"/>
                        <a:buChar char="•"/>
                      </a:pPr>
                      <a:endParaRPr lang="en-US" sz="2200" b="0" dirty="0" smtClean="0"/>
                    </a:p>
                  </a:txBody>
                  <a:tcPr marL="170688" marR="170688" marT="85344" marB="85344"/>
                </a:tc>
                <a:tc>
                  <a:txBody>
                    <a:bodyPr/>
                    <a:lstStyle/>
                    <a:p>
                      <a:pPr marL="342900" indent="-342900" algn="l">
                        <a:buFont typeface="Arial" panose="020B0604020202020204" pitchFamily="34" charset="0"/>
                        <a:buChar char="•"/>
                      </a:pPr>
                      <a:r>
                        <a:rPr lang="en-US" sz="2200" b="0" i="1" dirty="0" smtClean="0"/>
                        <a:t>(Be honest</a:t>
                      </a:r>
                      <a:r>
                        <a:rPr lang="en-US" sz="2200" b="0" i="1" baseline="0" dirty="0" smtClean="0"/>
                        <a:t> – this is graded on reflection, not perfection)</a:t>
                      </a:r>
                      <a:endParaRPr lang="en-US" sz="2200" b="0" i="1" dirty="0" smtClean="0"/>
                    </a:p>
                  </a:txBody>
                  <a:tcPr marL="170688" marR="170688" marT="85344" marB="85344"/>
                </a:tc>
              </a:tr>
            </a:tbl>
          </a:graphicData>
        </a:graphic>
      </p:graphicFrame>
      <p:graphicFrame>
        <p:nvGraphicFramePr>
          <p:cNvPr id="32" name="Table 3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49145723"/>
              </p:ext>
            </p:extLst>
          </p:nvPr>
        </p:nvGraphicFramePr>
        <p:xfrm>
          <a:off x="13209755" y="1884844"/>
          <a:ext cx="10126496" cy="35295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63248"/>
                <a:gridCol w="5063248"/>
              </a:tblGrid>
              <a:tr h="457200">
                <a:tc gridSpan="2">
                  <a:txBody>
                    <a:bodyPr/>
                    <a:lstStyle/>
                    <a:p>
                      <a:pPr algn="ctr"/>
                      <a:r>
                        <a:rPr lang="en-US" sz="2200" dirty="0" smtClean="0"/>
                        <a:t>What We Learned</a:t>
                      </a:r>
                      <a:endParaRPr lang="en-US" sz="2200" dirty="0"/>
                    </a:p>
                  </a:txBody>
                  <a:tcPr marL="170688" marR="170688" marT="85344" marB="85344" anchor="ctr"/>
                </a:tc>
                <a:tc hMerge="1">
                  <a:txBody>
                    <a:bodyPr/>
                    <a:lstStyle/>
                    <a:p>
                      <a:pPr algn="ctr"/>
                      <a:endParaRPr lang="en-US" sz="2200" dirty="0"/>
                    </a:p>
                  </a:txBody>
                  <a:tcPr marL="170688" marR="170688" marT="85344" marB="85344" anchor="ctr"/>
                </a:tc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 smtClean="0"/>
                        <a:t>Technical</a:t>
                      </a:r>
                      <a:endParaRPr lang="en-US" sz="2200" b="1" dirty="0"/>
                    </a:p>
                  </a:txBody>
                  <a:tcPr marL="170688" marR="170688" marT="85344" marB="85344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 smtClean="0"/>
                        <a:t>Team</a:t>
                      </a:r>
                      <a:endParaRPr lang="en-US" sz="2200" b="1" dirty="0"/>
                    </a:p>
                  </a:txBody>
                  <a:tcPr marL="170688" marR="170688" marT="85344" marB="85344" anchor="ctr"/>
                </a:tc>
              </a:tr>
              <a:tr h="457200">
                <a:tc>
                  <a:txBody>
                    <a:bodyPr/>
                    <a:lstStyle/>
                    <a:p>
                      <a:pPr marL="342900" indent="-342900" algn="l">
                        <a:buFont typeface="Arial" panose="020B0604020202020204" pitchFamily="34" charset="0"/>
                        <a:buChar char="•"/>
                      </a:pPr>
                      <a:r>
                        <a:rPr lang="en-US" sz="2200" b="0" i="1" dirty="0" smtClean="0"/>
                        <a:t>Example</a:t>
                      </a:r>
                    </a:p>
                    <a:p>
                      <a:pPr marL="342900" indent="-342900" algn="l">
                        <a:buFont typeface="Arial" panose="020B0604020202020204" pitchFamily="34" charset="0"/>
                        <a:buChar char="•"/>
                      </a:pPr>
                      <a:endParaRPr lang="en-US" sz="2200" b="0" dirty="0" smtClean="0"/>
                    </a:p>
                    <a:p>
                      <a:pPr marL="342900" indent="-342900" algn="l">
                        <a:buFont typeface="Arial" panose="020B0604020202020204" pitchFamily="34" charset="0"/>
                        <a:buChar char="•"/>
                      </a:pPr>
                      <a:endParaRPr lang="en-US" sz="2200" b="0" dirty="0" smtClean="0"/>
                    </a:p>
                    <a:p>
                      <a:pPr marL="342900" indent="-342900" algn="l">
                        <a:buFont typeface="Arial" panose="020B0604020202020204" pitchFamily="34" charset="0"/>
                        <a:buChar char="•"/>
                      </a:pPr>
                      <a:endParaRPr lang="en-US" sz="2200" b="0" dirty="0" smtClean="0"/>
                    </a:p>
                    <a:p>
                      <a:pPr marL="342900" indent="-342900" algn="l">
                        <a:buFont typeface="Arial" panose="020B0604020202020204" pitchFamily="34" charset="0"/>
                        <a:buChar char="•"/>
                      </a:pPr>
                      <a:endParaRPr lang="en-US" sz="2200" b="0" dirty="0" smtClean="0"/>
                    </a:p>
                    <a:p>
                      <a:pPr marL="342900" indent="-342900" algn="l">
                        <a:buFont typeface="Arial" panose="020B0604020202020204" pitchFamily="34" charset="0"/>
                        <a:buChar char="•"/>
                      </a:pPr>
                      <a:endParaRPr lang="en-US" sz="2200" b="0" dirty="0" smtClean="0"/>
                    </a:p>
                    <a:p>
                      <a:pPr marL="342900" indent="-342900" algn="l">
                        <a:buFont typeface="Arial" panose="020B0604020202020204" pitchFamily="34" charset="0"/>
                        <a:buChar char="•"/>
                      </a:pPr>
                      <a:endParaRPr lang="en-US" sz="2200" b="0" dirty="0" smtClean="0"/>
                    </a:p>
                  </a:txBody>
                  <a:tcPr marL="170688" marR="170688" marT="85344" marB="85344"/>
                </a:tc>
                <a:tc>
                  <a:txBody>
                    <a:bodyPr/>
                    <a:lstStyle/>
                    <a:p>
                      <a:pPr marL="342900" indent="-342900" algn="l">
                        <a:buFont typeface="Arial" panose="020B0604020202020204" pitchFamily="34" charset="0"/>
                        <a:buChar char="•"/>
                      </a:pPr>
                      <a:r>
                        <a:rPr lang="en-US" sz="2200" b="0" i="1" dirty="0" smtClean="0"/>
                        <a:t>Example</a:t>
                      </a:r>
                    </a:p>
                  </a:txBody>
                  <a:tcPr marL="170688" marR="170688" marT="85344" marB="85344"/>
                </a:tc>
              </a:tr>
            </a:tbl>
          </a:graphicData>
        </a:graphic>
      </p:graphicFrame>
      <p:graphicFrame>
        <p:nvGraphicFramePr>
          <p:cNvPr id="33" name="Table 3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85137580"/>
              </p:ext>
            </p:extLst>
          </p:nvPr>
        </p:nvGraphicFramePr>
        <p:xfrm>
          <a:off x="236705" y="8266576"/>
          <a:ext cx="12450594" cy="40477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50552"/>
                <a:gridCol w="7000042"/>
              </a:tblGrid>
              <a:tr h="457200">
                <a:tc gridSpan="2">
                  <a:txBody>
                    <a:bodyPr/>
                    <a:lstStyle/>
                    <a:p>
                      <a:pPr algn="ctr"/>
                      <a:r>
                        <a:rPr lang="en-US" sz="2200" dirty="0" smtClean="0"/>
                        <a:t>Process Improvements for Next Sprint</a:t>
                      </a:r>
                      <a:endParaRPr lang="en-US" sz="2200" dirty="0"/>
                    </a:p>
                  </a:txBody>
                  <a:tcPr marL="170688" marR="170688" marT="85344" marB="85344" anchor="ctr"/>
                </a:tc>
                <a:tc hMerge="1">
                  <a:txBody>
                    <a:bodyPr/>
                    <a:lstStyle/>
                    <a:p>
                      <a:pPr algn="ctr"/>
                      <a:endParaRPr lang="en-US" sz="2200" dirty="0"/>
                    </a:p>
                  </a:txBody>
                  <a:tcPr marL="170688" marR="170688" marT="85344" marB="85344" anchor="ctr"/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lang="en-US" sz="2200" b="1" dirty="0" smtClean="0"/>
                        <a:t>Problem</a:t>
                      </a:r>
                      <a:endParaRPr lang="en-US" sz="2200" b="1" dirty="0"/>
                    </a:p>
                  </a:txBody>
                  <a:tcPr marL="170688" marR="170688" marT="85344" marB="85344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200" b="1" dirty="0" smtClean="0"/>
                        <a:t>Change</a:t>
                      </a:r>
                      <a:r>
                        <a:rPr lang="en-US" sz="2200" b="1" baseline="0" dirty="0" smtClean="0"/>
                        <a:t> We Will Try</a:t>
                      </a:r>
                      <a:endParaRPr lang="en-US" sz="2200" b="1" dirty="0"/>
                    </a:p>
                  </a:txBody>
                  <a:tcPr marL="170688" marR="170688" marT="85344" marB="85344" anchor="ctr"/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lang="en-US" sz="2200" b="0" i="1" dirty="0" smtClean="0"/>
                        <a:t>Only one</a:t>
                      </a:r>
                      <a:r>
                        <a:rPr lang="en-US" sz="2200" b="0" i="1" baseline="0" dirty="0" smtClean="0"/>
                        <a:t> person used GitHub</a:t>
                      </a:r>
                      <a:endParaRPr lang="en-US" sz="2200" b="0" i="1" dirty="0"/>
                    </a:p>
                  </a:txBody>
                  <a:tcPr marL="170688" marR="170688" marT="85344" marB="85344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200" b="0" i="1" dirty="0" smtClean="0"/>
                        <a:t>Require another teammate to review commits</a:t>
                      </a:r>
                      <a:endParaRPr lang="en-US" sz="2200" b="0" i="1" dirty="0"/>
                    </a:p>
                  </a:txBody>
                  <a:tcPr marL="170688" marR="170688" marT="85344" marB="85344" anchor="ctr"/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endParaRPr lang="en-US" sz="2200" b="1" dirty="0"/>
                    </a:p>
                  </a:txBody>
                  <a:tcPr marL="170688" marR="170688" marT="85344" marB="85344" anchor="ctr"/>
                </a:tc>
                <a:tc>
                  <a:txBody>
                    <a:bodyPr/>
                    <a:lstStyle/>
                    <a:p>
                      <a:pPr algn="l"/>
                      <a:endParaRPr lang="en-US" sz="2200" b="1" dirty="0"/>
                    </a:p>
                  </a:txBody>
                  <a:tcPr marL="170688" marR="170688" marT="85344" marB="85344" anchor="ctr"/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endParaRPr lang="en-US" sz="2200" b="1" dirty="0"/>
                    </a:p>
                  </a:txBody>
                  <a:tcPr marL="170688" marR="170688" marT="85344" marB="85344" anchor="ctr"/>
                </a:tc>
                <a:tc>
                  <a:txBody>
                    <a:bodyPr/>
                    <a:lstStyle/>
                    <a:p>
                      <a:pPr algn="l"/>
                      <a:endParaRPr lang="en-US" sz="2200" b="1" dirty="0"/>
                    </a:p>
                  </a:txBody>
                  <a:tcPr marL="170688" marR="170688" marT="85344" marB="85344" anchor="ctr"/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endParaRPr lang="en-US" sz="2200" b="1" dirty="0"/>
                    </a:p>
                  </a:txBody>
                  <a:tcPr marL="170688" marR="170688" marT="85344" marB="85344" anchor="ctr"/>
                </a:tc>
                <a:tc>
                  <a:txBody>
                    <a:bodyPr/>
                    <a:lstStyle/>
                    <a:p>
                      <a:pPr algn="l"/>
                      <a:endParaRPr lang="en-US" sz="2200" b="1" dirty="0"/>
                    </a:p>
                  </a:txBody>
                  <a:tcPr marL="170688" marR="170688" marT="85344" marB="85344" anchor="ctr"/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endParaRPr lang="en-US" sz="2200" b="1" dirty="0"/>
                    </a:p>
                  </a:txBody>
                  <a:tcPr marL="170688" marR="170688" marT="85344" marB="85344" anchor="ctr"/>
                </a:tc>
                <a:tc>
                  <a:txBody>
                    <a:bodyPr/>
                    <a:lstStyle/>
                    <a:p>
                      <a:pPr algn="l"/>
                      <a:endParaRPr lang="en-US" sz="2200" b="1" dirty="0"/>
                    </a:p>
                  </a:txBody>
                  <a:tcPr marL="170688" marR="170688" marT="85344" marB="85344" anchor="ctr"/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endParaRPr lang="en-US" sz="2200" b="1" dirty="0"/>
                    </a:p>
                  </a:txBody>
                  <a:tcPr marL="170688" marR="170688" marT="85344" marB="85344" anchor="ctr"/>
                </a:tc>
                <a:tc>
                  <a:txBody>
                    <a:bodyPr/>
                    <a:lstStyle/>
                    <a:p>
                      <a:pPr algn="l"/>
                      <a:endParaRPr lang="en-US" sz="2200" b="1" dirty="0"/>
                    </a:p>
                  </a:txBody>
                  <a:tcPr marL="170688" marR="170688" marT="85344" marB="85344" anchor="ctr"/>
                </a:tc>
              </a:tr>
            </a:tbl>
          </a:graphicData>
        </a:graphic>
      </p:graphicFrame>
      <p:graphicFrame>
        <p:nvGraphicFramePr>
          <p:cNvPr id="34" name="Table 3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04529434"/>
              </p:ext>
            </p:extLst>
          </p:nvPr>
        </p:nvGraphicFramePr>
        <p:xfrm>
          <a:off x="236705" y="221210"/>
          <a:ext cx="9557588" cy="5059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78794"/>
                <a:gridCol w="4778794"/>
              </a:tblGrid>
              <a:tr h="502920">
                <a:tc>
                  <a:txBody>
                    <a:bodyPr/>
                    <a:lstStyle/>
                    <a:p>
                      <a:r>
                        <a:rPr lang="en-US" sz="2200" dirty="0" smtClean="0"/>
                        <a:t>Team: </a:t>
                      </a:r>
                      <a:r>
                        <a:rPr lang="en-US" sz="2200" b="0" i="1" dirty="0" smtClean="0"/>
                        <a:t>Name (Abbreviated</a:t>
                      </a:r>
                      <a:r>
                        <a:rPr lang="en-US" sz="2200" b="0" i="1" baseline="0" dirty="0" smtClean="0"/>
                        <a:t> Name)</a:t>
                      </a:r>
                      <a:endParaRPr lang="en-US" sz="2200" b="0" i="1" dirty="0"/>
                    </a:p>
                  </a:txBody>
                  <a:tcPr marL="170688" marR="170688" marT="85344" marB="85344" anchor="ctr"/>
                </a:tc>
                <a:tc>
                  <a:txBody>
                    <a:bodyPr/>
                    <a:lstStyle/>
                    <a:p>
                      <a:r>
                        <a:rPr lang="en-US" sz="2200" b="1" i="0" dirty="0" smtClean="0"/>
                        <a:t>GitHub: </a:t>
                      </a:r>
                      <a:r>
                        <a:rPr lang="en-US" sz="2200" b="0" i="1" dirty="0" smtClean="0"/>
                        <a:t>Link</a:t>
                      </a:r>
                      <a:endParaRPr lang="en-US" sz="2200" b="0" i="1" dirty="0"/>
                    </a:p>
                  </a:txBody>
                  <a:tcPr marL="170688" marR="170688" marT="85344" marB="85344" anchor="ctr"/>
                </a:tc>
              </a:tr>
            </a:tbl>
          </a:graphicData>
        </a:graphic>
      </p:graphicFrame>
      <p:graphicFrame>
        <p:nvGraphicFramePr>
          <p:cNvPr id="35" name="Table 3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12402895"/>
              </p:ext>
            </p:extLst>
          </p:nvPr>
        </p:nvGraphicFramePr>
        <p:xfrm>
          <a:off x="232749" y="1046287"/>
          <a:ext cx="9557588" cy="5059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04111"/>
                <a:gridCol w="3476739"/>
                <a:gridCol w="3476738"/>
              </a:tblGrid>
              <a:tr h="438176">
                <a:tc>
                  <a:txBody>
                    <a:bodyPr/>
                    <a:lstStyle/>
                    <a:p>
                      <a:r>
                        <a:rPr lang="en-US" sz="2200" dirty="0" smtClean="0"/>
                        <a:t>Sprint: </a:t>
                      </a:r>
                      <a:r>
                        <a:rPr lang="en-US" sz="2200" b="0" i="1" dirty="0" smtClean="0"/>
                        <a:t>#</a:t>
                      </a:r>
                      <a:endParaRPr lang="en-US" sz="2200" b="0" i="1" dirty="0"/>
                    </a:p>
                  </a:txBody>
                  <a:tcPr marL="170688" marR="170688" marT="85344" marB="85344" anchor="ctr"/>
                </a:tc>
                <a:tc>
                  <a:txBody>
                    <a:bodyPr/>
                    <a:lstStyle/>
                    <a:p>
                      <a:r>
                        <a:rPr lang="en-US" sz="2200" dirty="0" smtClean="0"/>
                        <a:t>Start: </a:t>
                      </a:r>
                      <a:r>
                        <a:rPr lang="en-US" sz="2200" b="0" i="1" dirty="0" smtClean="0"/>
                        <a:t>Date </a:t>
                      </a:r>
                    </a:p>
                  </a:txBody>
                  <a:tcPr marL="170688" marR="170688" marT="85344" marB="85344" anchor="ctr"/>
                </a:tc>
                <a:tc>
                  <a:txBody>
                    <a:bodyPr/>
                    <a:lstStyle/>
                    <a:p>
                      <a:r>
                        <a:rPr lang="en-US" sz="2200" b="1" i="0" dirty="0" smtClean="0"/>
                        <a:t>End: </a:t>
                      </a:r>
                      <a:r>
                        <a:rPr lang="en-US" sz="2200" b="0" i="1" dirty="0" smtClean="0"/>
                        <a:t>Date</a:t>
                      </a:r>
                      <a:endParaRPr lang="en-US" sz="2200" b="0" i="1" dirty="0"/>
                    </a:p>
                  </a:txBody>
                  <a:tcPr marL="170688" marR="170688" marT="85344" marB="85344" anchor="ctr"/>
                </a:tc>
              </a:tr>
            </a:tbl>
          </a:graphicData>
        </a:graphic>
      </p:graphicFrame>
      <p:sp>
        <p:nvSpPr>
          <p:cNvPr id="55" name="TextBox 54"/>
          <p:cNvSpPr txBox="1"/>
          <p:nvPr/>
        </p:nvSpPr>
        <p:spPr>
          <a:xfrm>
            <a:off x="10006653" y="254366"/>
            <a:ext cx="13562217" cy="10116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987" b="1" dirty="0"/>
              <a:t>Retrospective Board</a:t>
            </a:r>
          </a:p>
          <a:p>
            <a:pPr algn="ctr"/>
            <a:r>
              <a:rPr lang="en-US" sz="2987" dirty="0" smtClean="0"/>
              <a:t>Reflect on this past week and propose improvements for the future.</a:t>
            </a:r>
            <a:endParaRPr sz="2987" dirty="0"/>
          </a:p>
        </p:txBody>
      </p:sp>
    </p:spTree>
    <p:extLst>
      <p:ext uri="{BB962C8B-B14F-4D97-AF65-F5344CB8AC3E}">
        <p14:creationId xmlns:p14="http://schemas.microsoft.com/office/powerpoint/2010/main" val="16432697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3" name="Table 3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99560647"/>
              </p:ext>
            </p:extLst>
          </p:nvPr>
        </p:nvGraphicFramePr>
        <p:xfrm>
          <a:off x="465304" y="379876"/>
          <a:ext cx="22718545" cy="5059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68646"/>
                <a:gridCol w="5600700"/>
                <a:gridCol w="2495550"/>
                <a:gridCol w="2495550"/>
                <a:gridCol w="2495550"/>
                <a:gridCol w="5162549"/>
              </a:tblGrid>
              <a:tr h="457200">
                <a:tc gridSpan="6">
                  <a:txBody>
                    <a:bodyPr/>
                    <a:lstStyle/>
                    <a:p>
                      <a:pPr algn="ctr"/>
                      <a:r>
                        <a:rPr lang="en-US" sz="2200" dirty="0" smtClean="0"/>
                        <a:t>Purchase Request</a:t>
                      </a:r>
                      <a:r>
                        <a:rPr lang="en-US" sz="2200" baseline="0" dirty="0" smtClean="0"/>
                        <a:t> Form</a:t>
                      </a:r>
                      <a:endParaRPr lang="en-US" sz="2200" dirty="0"/>
                    </a:p>
                  </a:txBody>
                  <a:tcPr marL="170688" marR="170688" marT="85344" marB="85344" anchor="ctr"/>
                </a:tc>
                <a:tc hMerge="1">
                  <a:txBody>
                    <a:bodyPr/>
                    <a:lstStyle/>
                    <a:p>
                      <a:pPr algn="ctr"/>
                      <a:endParaRPr lang="en-US" sz="2200" dirty="0"/>
                    </a:p>
                  </a:txBody>
                  <a:tcPr marL="170688" marR="170688" marT="85344" marB="85344" anchor="ctr"/>
                </a:tc>
                <a:tc hMerge="1">
                  <a:txBody>
                    <a:bodyPr/>
                    <a:lstStyle/>
                    <a:p>
                      <a:pPr algn="ctr"/>
                      <a:endParaRPr lang="en-US" sz="2200" dirty="0"/>
                    </a:p>
                  </a:txBody>
                  <a:tcPr marL="170688" marR="170688" marT="85344" marB="85344" anchor="ctr"/>
                </a:tc>
                <a:tc hMerge="1">
                  <a:txBody>
                    <a:bodyPr/>
                    <a:lstStyle/>
                    <a:p>
                      <a:pPr algn="ctr"/>
                      <a:endParaRPr lang="en-US" sz="2200" dirty="0"/>
                    </a:p>
                  </a:txBody>
                  <a:tcPr marL="170688" marR="170688" marT="85344" marB="85344" anchor="ctr"/>
                </a:tc>
                <a:tc hMerge="1">
                  <a:txBody>
                    <a:bodyPr/>
                    <a:lstStyle/>
                    <a:p>
                      <a:pPr algn="ctr"/>
                      <a:endParaRPr lang="en-US" sz="2200" dirty="0"/>
                    </a:p>
                  </a:txBody>
                  <a:tcPr marL="170688" marR="170688" marT="85344" marB="85344" anchor="ctr"/>
                </a:tc>
                <a:tc hMerge="1">
                  <a:txBody>
                    <a:bodyPr/>
                    <a:lstStyle/>
                    <a:p>
                      <a:pPr algn="ctr"/>
                      <a:endParaRPr lang="en-US" sz="2200" dirty="0"/>
                    </a:p>
                  </a:txBody>
                  <a:tcPr marL="170688" marR="170688" marT="85344" marB="85344" anchor="ctr"/>
                </a:tc>
              </a:tr>
              <a:tr h="457200">
                <a:tc gridSpan="6">
                  <a:txBody>
                    <a:bodyPr/>
                    <a:lstStyle/>
                    <a:p>
                      <a:r>
                        <a:rPr lang="en-US" sz="2200" b="1" dirty="0" smtClean="0"/>
                        <a:t>Team: </a:t>
                      </a:r>
                      <a:r>
                        <a:rPr lang="en-US" sz="2200" b="0" i="1" dirty="0" smtClean="0"/>
                        <a:t>Name (Abbreviated</a:t>
                      </a:r>
                      <a:r>
                        <a:rPr lang="en-US" sz="2200" b="0" i="1" baseline="0" dirty="0" smtClean="0"/>
                        <a:t> Name)</a:t>
                      </a:r>
                      <a:endParaRPr lang="en-US" sz="2200" b="0" i="1" dirty="0"/>
                    </a:p>
                  </a:txBody>
                  <a:tcPr marL="170688" marR="170688" marT="85344" marB="85344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457200">
                <a:tc gridSpan="6">
                  <a:txBody>
                    <a:bodyPr/>
                    <a:lstStyle/>
                    <a:p>
                      <a:pPr algn="l"/>
                      <a:r>
                        <a:rPr lang="en-US" sz="2200" b="1" dirty="0" smtClean="0"/>
                        <a:t>Date Submitted: </a:t>
                      </a:r>
                      <a:r>
                        <a:rPr lang="en-US" sz="2200" i="1" dirty="0" smtClean="0"/>
                        <a:t>Date</a:t>
                      </a:r>
                      <a:endParaRPr lang="en-US" sz="2200" i="1" dirty="0"/>
                    </a:p>
                  </a:txBody>
                  <a:tcPr marL="170688" marR="170688" marT="85344" marB="85344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lang="en-US" sz="2200" b="1" dirty="0" smtClean="0"/>
                        <a:t>Item</a:t>
                      </a:r>
                      <a:endParaRPr lang="en-US" sz="2200" b="1" dirty="0"/>
                    </a:p>
                  </a:txBody>
                  <a:tcPr marL="170688" marR="170688" marT="85344" marB="85344" anchor="ctr"/>
                </a:tc>
                <a:tc>
                  <a:txBody>
                    <a:bodyPr/>
                    <a:lstStyle/>
                    <a:p>
                      <a:r>
                        <a:rPr lang="en-US" sz="2200" b="1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Justification</a:t>
                      </a:r>
                      <a:endParaRPr lang="en-US" sz="2200" b="1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70688" marR="170688" marT="85344" marB="85344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200" b="1" dirty="0" smtClean="0"/>
                        <a:t>Unit</a:t>
                      </a:r>
                      <a:r>
                        <a:rPr lang="en-US" sz="2200" b="1" baseline="0" dirty="0" smtClean="0"/>
                        <a:t> Cost</a:t>
                      </a:r>
                      <a:endParaRPr lang="en-US" sz="2200" b="1" dirty="0"/>
                    </a:p>
                  </a:txBody>
                  <a:tcPr marL="170688" marR="170688" marT="85344" marB="85344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200" b="1" dirty="0" smtClean="0"/>
                        <a:t>Number of Units</a:t>
                      </a:r>
                      <a:endParaRPr lang="en-US" sz="2200" b="1" dirty="0"/>
                    </a:p>
                  </a:txBody>
                  <a:tcPr marL="170688" marR="170688" marT="85344" marB="85344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200" b="1" dirty="0" smtClean="0"/>
                        <a:t>Total</a:t>
                      </a:r>
                      <a:r>
                        <a:rPr lang="en-US" sz="2200" b="1" baseline="0" dirty="0" smtClean="0"/>
                        <a:t> Cost</a:t>
                      </a:r>
                      <a:endParaRPr lang="en-US" sz="2200" b="1" dirty="0"/>
                    </a:p>
                  </a:txBody>
                  <a:tcPr marL="170688" marR="170688" marT="85344" marB="85344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200" b="1" dirty="0" smtClean="0"/>
                        <a:t>Purchase</a:t>
                      </a:r>
                      <a:r>
                        <a:rPr lang="en-US" sz="2200" b="1" baseline="0" dirty="0" smtClean="0"/>
                        <a:t> Link </a:t>
                      </a:r>
                      <a:r>
                        <a:rPr lang="en-US" sz="2200" b="0" baseline="0" dirty="0" smtClean="0"/>
                        <a:t>(</a:t>
                      </a:r>
                      <a:r>
                        <a:rPr lang="en-US" sz="2200" b="0" baseline="0" dirty="0" err="1" smtClean="0"/>
                        <a:t>Digikey</a:t>
                      </a:r>
                      <a:r>
                        <a:rPr lang="en-US" sz="2200" b="0" baseline="0" dirty="0" smtClean="0"/>
                        <a:t>, Amazon)</a:t>
                      </a:r>
                      <a:endParaRPr lang="en-US" sz="2200" b="0" dirty="0"/>
                    </a:p>
                  </a:txBody>
                  <a:tcPr marL="170688" marR="170688" marT="85344" marB="85344" anchor="ctr"/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endParaRPr lang="en-US" sz="2200" b="0" i="1" dirty="0"/>
                    </a:p>
                  </a:txBody>
                  <a:tcPr marL="170688" marR="170688" marT="85344" marB="85344" anchor="ctr"/>
                </a:tc>
                <a:tc>
                  <a:txBody>
                    <a:bodyPr/>
                    <a:lstStyle/>
                    <a:p>
                      <a:pPr algn="l"/>
                      <a:endParaRPr lang="en-US" sz="2200" b="0" i="1" dirty="0"/>
                    </a:p>
                  </a:txBody>
                  <a:tcPr marL="170688" marR="170688" marT="85344" marB="85344" anchor="ctr"/>
                </a:tc>
                <a:tc>
                  <a:txBody>
                    <a:bodyPr/>
                    <a:lstStyle/>
                    <a:p>
                      <a:pPr algn="l"/>
                      <a:endParaRPr lang="en-US" sz="2200" b="0" i="1" dirty="0"/>
                    </a:p>
                  </a:txBody>
                  <a:tcPr marL="170688" marR="170688" marT="85344" marB="85344" anchor="ctr"/>
                </a:tc>
                <a:tc>
                  <a:txBody>
                    <a:bodyPr/>
                    <a:lstStyle/>
                    <a:p>
                      <a:pPr algn="l"/>
                      <a:endParaRPr lang="en-US" sz="2200" b="0" i="1" dirty="0"/>
                    </a:p>
                  </a:txBody>
                  <a:tcPr marL="170688" marR="170688" marT="85344" marB="85344" anchor="ctr"/>
                </a:tc>
                <a:tc>
                  <a:txBody>
                    <a:bodyPr/>
                    <a:lstStyle/>
                    <a:p>
                      <a:pPr algn="l"/>
                      <a:endParaRPr lang="en-US" sz="2200" b="0" i="1" dirty="0"/>
                    </a:p>
                  </a:txBody>
                  <a:tcPr marL="170688" marR="170688" marT="85344" marB="85344" anchor="ctr"/>
                </a:tc>
                <a:tc>
                  <a:txBody>
                    <a:bodyPr/>
                    <a:lstStyle/>
                    <a:p>
                      <a:pPr algn="l"/>
                      <a:endParaRPr lang="en-US" sz="2200" b="0" i="1" dirty="0"/>
                    </a:p>
                  </a:txBody>
                  <a:tcPr marL="170688" marR="170688" marT="85344" marB="85344" anchor="ctr"/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endParaRPr lang="en-US" sz="2200" b="1" dirty="0"/>
                    </a:p>
                  </a:txBody>
                  <a:tcPr marL="170688" marR="170688" marT="85344" marB="85344" anchor="ctr"/>
                </a:tc>
                <a:tc>
                  <a:txBody>
                    <a:bodyPr/>
                    <a:lstStyle/>
                    <a:p>
                      <a:pPr algn="l"/>
                      <a:endParaRPr lang="en-US" sz="2200" b="1" dirty="0"/>
                    </a:p>
                  </a:txBody>
                  <a:tcPr marL="170688" marR="170688" marT="85344" marB="85344" anchor="ctr"/>
                </a:tc>
                <a:tc>
                  <a:txBody>
                    <a:bodyPr/>
                    <a:lstStyle/>
                    <a:p>
                      <a:pPr algn="l"/>
                      <a:endParaRPr lang="en-US" sz="2200" b="1" dirty="0"/>
                    </a:p>
                  </a:txBody>
                  <a:tcPr marL="170688" marR="170688" marT="85344" marB="85344" anchor="ctr"/>
                </a:tc>
                <a:tc>
                  <a:txBody>
                    <a:bodyPr/>
                    <a:lstStyle/>
                    <a:p>
                      <a:pPr algn="l"/>
                      <a:endParaRPr lang="en-US" sz="2200" b="1" dirty="0"/>
                    </a:p>
                  </a:txBody>
                  <a:tcPr marL="170688" marR="170688" marT="85344" marB="85344" anchor="ctr"/>
                </a:tc>
                <a:tc>
                  <a:txBody>
                    <a:bodyPr/>
                    <a:lstStyle/>
                    <a:p>
                      <a:pPr algn="l"/>
                      <a:endParaRPr lang="en-US" sz="2200" b="1" dirty="0"/>
                    </a:p>
                  </a:txBody>
                  <a:tcPr marL="170688" marR="170688" marT="85344" marB="85344" anchor="ctr"/>
                </a:tc>
                <a:tc>
                  <a:txBody>
                    <a:bodyPr/>
                    <a:lstStyle/>
                    <a:p>
                      <a:pPr algn="l"/>
                      <a:endParaRPr lang="en-US" sz="2200" b="1" dirty="0"/>
                    </a:p>
                  </a:txBody>
                  <a:tcPr marL="170688" marR="170688" marT="85344" marB="85344" anchor="ctr"/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endParaRPr lang="en-US" sz="2200" b="1" dirty="0"/>
                    </a:p>
                  </a:txBody>
                  <a:tcPr marL="170688" marR="170688" marT="85344" marB="85344" anchor="ctr"/>
                </a:tc>
                <a:tc>
                  <a:txBody>
                    <a:bodyPr/>
                    <a:lstStyle/>
                    <a:p>
                      <a:pPr algn="l"/>
                      <a:endParaRPr lang="en-US" sz="2200" b="1" dirty="0"/>
                    </a:p>
                  </a:txBody>
                  <a:tcPr marL="170688" marR="170688" marT="85344" marB="85344" anchor="ctr"/>
                </a:tc>
                <a:tc>
                  <a:txBody>
                    <a:bodyPr/>
                    <a:lstStyle/>
                    <a:p>
                      <a:pPr algn="l"/>
                      <a:endParaRPr lang="en-US" sz="2200" b="1" dirty="0"/>
                    </a:p>
                  </a:txBody>
                  <a:tcPr marL="170688" marR="170688" marT="85344" marB="85344" anchor="ctr"/>
                </a:tc>
                <a:tc>
                  <a:txBody>
                    <a:bodyPr/>
                    <a:lstStyle/>
                    <a:p>
                      <a:pPr algn="l"/>
                      <a:endParaRPr lang="en-US" sz="2200" b="1" dirty="0"/>
                    </a:p>
                  </a:txBody>
                  <a:tcPr marL="170688" marR="170688" marT="85344" marB="85344" anchor="ctr"/>
                </a:tc>
                <a:tc>
                  <a:txBody>
                    <a:bodyPr/>
                    <a:lstStyle/>
                    <a:p>
                      <a:pPr algn="l"/>
                      <a:endParaRPr lang="en-US" sz="2200" b="1" dirty="0"/>
                    </a:p>
                  </a:txBody>
                  <a:tcPr marL="170688" marR="170688" marT="85344" marB="85344" anchor="ctr"/>
                </a:tc>
                <a:tc>
                  <a:txBody>
                    <a:bodyPr/>
                    <a:lstStyle/>
                    <a:p>
                      <a:pPr algn="l"/>
                      <a:endParaRPr lang="en-US" sz="2200" b="1" dirty="0"/>
                    </a:p>
                  </a:txBody>
                  <a:tcPr marL="170688" marR="170688" marT="85344" marB="85344" anchor="ctr"/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endParaRPr lang="en-US" sz="2200" b="1" dirty="0"/>
                    </a:p>
                  </a:txBody>
                  <a:tcPr marL="170688" marR="170688" marT="85344" marB="85344" anchor="ctr"/>
                </a:tc>
                <a:tc>
                  <a:txBody>
                    <a:bodyPr/>
                    <a:lstStyle/>
                    <a:p>
                      <a:pPr algn="l"/>
                      <a:endParaRPr lang="en-US" sz="2200" b="1" dirty="0"/>
                    </a:p>
                  </a:txBody>
                  <a:tcPr marL="170688" marR="170688" marT="85344" marB="85344" anchor="ctr"/>
                </a:tc>
                <a:tc>
                  <a:txBody>
                    <a:bodyPr/>
                    <a:lstStyle/>
                    <a:p>
                      <a:pPr algn="l"/>
                      <a:endParaRPr lang="en-US" sz="2200" b="1" dirty="0"/>
                    </a:p>
                  </a:txBody>
                  <a:tcPr marL="170688" marR="170688" marT="85344" marB="85344" anchor="ctr"/>
                </a:tc>
                <a:tc>
                  <a:txBody>
                    <a:bodyPr/>
                    <a:lstStyle/>
                    <a:p>
                      <a:pPr algn="l"/>
                      <a:endParaRPr lang="en-US" sz="2200" b="1" dirty="0"/>
                    </a:p>
                  </a:txBody>
                  <a:tcPr marL="170688" marR="170688" marT="85344" marB="85344" anchor="ctr"/>
                </a:tc>
                <a:tc>
                  <a:txBody>
                    <a:bodyPr/>
                    <a:lstStyle/>
                    <a:p>
                      <a:pPr algn="l"/>
                      <a:endParaRPr lang="en-US" sz="2200" b="1" dirty="0"/>
                    </a:p>
                  </a:txBody>
                  <a:tcPr marL="170688" marR="170688" marT="85344" marB="85344" anchor="ctr"/>
                </a:tc>
                <a:tc>
                  <a:txBody>
                    <a:bodyPr/>
                    <a:lstStyle/>
                    <a:p>
                      <a:pPr algn="l"/>
                      <a:endParaRPr lang="en-US" sz="2200" b="1" dirty="0"/>
                    </a:p>
                  </a:txBody>
                  <a:tcPr marL="170688" marR="170688" marT="85344" marB="85344" anchor="ctr"/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endParaRPr lang="en-US" sz="2200" b="1" dirty="0"/>
                    </a:p>
                  </a:txBody>
                  <a:tcPr marL="170688" marR="170688" marT="85344" marB="85344" anchor="ctr"/>
                </a:tc>
                <a:tc>
                  <a:txBody>
                    <a:bodyPr/>
                    <a:lstStyle/>
                    <a:p>
                      <a:pPr algn="l"/>
                      <a:endParaRPr lang="en-US" sz="2200" b="1" dirty="0"/>
                    </a:p>
                  </a:txBody>
                  <a:tcPr marL="170688" marR="170688" marT="85344" marB="85344" anchor="ctr"/>
                </a:tc>
                <a:tc>
                  <a:txBody>
                    <a:bodyPr/>
                    <a:lstStyle/>
                    <a:p>
                      <a:pPr algn="l"/>
                      <a:endParaRPr lang="en-US" sz="2200" b="1" dirty="0"/>
                    </a:p>
                  </a:txBody>
                  <a:tcPr marL="170688" marR="170688" marT="85344" marB="85344" anchor="ctr"/>
                </a:tc>
                <a:tc>
                  <a:txBody>
                    <a:bodyPr/>
                    <a:lstStyle/>
                    <a:p>
                      <a:pPr algn="l"/>
                      <a:endParaRPr lang="en-US" sz="2200" b="1" dirty="0"/>
                    </a:p>
                  </a:txBody>
                  <a:tcPr marL="170688" marR="170688" marT="85344" marB="85344" anchor="ctr"/>
                </a:tc>
                <a:tc>
                  <a:txBody>
                    <a:bodyPr/>
                    <a:lstStyle/>
                    <a:p>
                      <a:pPr algn="l"/>
                      <a:endParaRPr lang="en-US" sz="2200" b="1" dirty="0"/>
                    </a:p>
                  </a:txBody>
                  <a:tcPr marL="170688" marR="170688" marT="85344" marB="85344" anchor="ctr"/>
                </a:tc>
                <a:tc>
                  <a:txBody>
                    <a:bodyPr/>
                    <a:lstStyle/>
                    <a:p>
                      <a:pPr algn="l"/>
                      <a:endParaRPr lang="en-US" sz="2200" b="1" dirty="0"/>
                    </a:p>
                  </a:txBody>
                  <a:tcPr marL="170688" marR="170688" marT="85344" marB="85344" anchor="ctr"/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endParaRPr lang="en-US" sz="2200" b="1" dirty="0"/>
                    </a:p>
                  </a:txBody>
                  <a:tcPr marL="170688" marR="170688" marT="85344" marB="85344" anchor="ctr"/>
                </a:tc>
                <a:tc>
                  <a:txBody>
                    <a:bodyPr/>
                    <a:lstStyle/>
                    <a:p>
                      <a:pPr algn="l"/>
                      <a:endParaRPr lang="en-US" sz="2200" b="1" dirty="0"/>
                    </a:p>
                  </a:txBody>
                  <a:tcPr marL="170688" marR="170688" marT="85344" marB="85344" anchor="ctr"/>
                </a:tc>
                <a:tc>
                  <a:txBody>
                    <a:bodyPr/>
                    <a:lstStyle/>
                    <a:p>
                      <a:pPr algn="l"/>
                      <a:endParaRPr lang="en-US" sz="2200" b="1" dirty="0"/>
                    </a:p>
                  </a:txBody>
                  <a:tcPr marL="170688" marR="170688" marT="85344" marB="85344" anchor="ctr"/>
                </a:tc>
                <a:tc>
                  <a:txBody>
                    <a:bodyPr/>
                    <a:lstStyle/>
                    <a:p>
                      <a:pPr algn="l"/>
                      <a:endParaRPr lang="en-US" sz="2200" b="1" dirty="0"/>
                    </a:p>
                  </a:txBody>
                  <a:tcPr marL="170688" marR="170688" marT="85344" marB="85344" anchor="ctr"/>
                </a:tc>
                <a:tc>
                  <a:txBody>
                    <a:bodyPr/>
                    <a:lstStyle/>
                    <a:p>
                      <a:pPr algn="l"/>
                      <a:endParaRPr lang="en-US" sz="2200" b="1" dirty="0"/>
                    </a:p>
                  </a:txBody>
                  <a:tcPr marL="170688" marR="170688" marT="85344" marB="85344" anchor="ctr"/>
                </a:tc>
                <a:tc>
                  <a:txBody>
                    <a:bodyPr/>
                    <a:lstStyle/>
                    <a:p>
                      <a:pPr algn="l"/>
                      <a:endParaRPr lang="en-US" sz="2200" b="1" dirty="0"/>
                    </a:p>
                  </a:txBody>
                  <a:tcPr marL="170688" marR="170688" marT="85344" marB="85344" anchor="ctr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0897353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289</TotalTime>
  <Words>636</Words>
  <Application>Microsoft Office PowerPoint</Application>
  <PresentationFormat>Custom</PresentationFormat>
  <Paragraphs>183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Arial</vt:lpstr>
      <vt:lpstr>Calibri</vt:lpstr>
      <vt:lpstr>Calibri Light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Scrum Boards Templates</dc:title>
  <dc:subject/>
  <dc:creator>Grace</dc:creator>
  <cp:keywords/>
  <dc:description>generated using python-pptx</dc:description>
  <cp:lastModifiedBy>Grace</cp:lastModifiedBy>
  <cp:revision>22</cp:revision>
  <dcterms:created xsi:type="dcterms:W3CDTF">2013-01-27T09:14:16Z</dcterms:created>
  <dcterms:modified xsi:type="dcterms:W3CDTF">2026-02-09T00:36:16Z</dcterms:modified>
  <cp:category/>
</cp:coreProperties>
</file>